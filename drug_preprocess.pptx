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</p:sldIdLst>
  <p:sldSz cx="8459470" cy="539940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6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16"/>
        <p:guide pos="285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6000" y="1800000"/>
            <a:ext cx="1548000" cy="1728000"/>
          </a:xfrm>
          <a:prstGeom prst="rect">
            <a:avLst/>
          </a:prstGeom>
          <a:solidFill>
            <a:srgbClr val="FFFFFF"/>
          </a:solidFill>
          <a:ln w="11430">
            <a:solidFill>
              <a:srgbClr val="C8C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88000" y="1854000"/>
            <a:ext cx="1080000" cy="1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sz="1000" b="1">
                <a:solidFill>
                  <a:srgbClr val="282828"/>
                </a:solidFill>
                <a:latin typeface="Arial" panose="020B0604020202020204"/>
              </a:rPr>
              <a:t>SMILES</a:t>
            </a:r>
            <a:endParaRPr sz="1000" b="1">
              <a:solidFill>
                <a:srgbClr val="282828"/>
              </a:solidFill>
              <a:latin typeface="Arial" panose="020B0604020202020204"/>
            </a:endParaRPr>
          </a:p>
        </p:txBody>
      </p:sp>
      <p:pic>
        <p:nvPicPr>
          <p:cNvPr id="4" name="Picture 3" descr="mo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5010" y="2162295"/>
            <a:ext cx="1209600" cy="864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51999" y="3186000"/>
            <a:ext cx="1475999" cy="28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sz="850" b="1">
                <a:solidFill>
                  <a:srgbClr val="5F5F5F"/>
                </a:solidFill>
                <a:latin typeface="Arial" panose="020B0604020202020204"/>
              </a:rPr>
              <a:t>CC(=O)Oc1ccccc1C(=O)O</a:t>
            </a:r>
            <a:endParaRPr sz="850" b="1">
              <a:solidFill>
                <a:srgbClr val="5F5F5F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015999" y="414000"/>
            <a:ext cx="2520000" cy="1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sz="900" b="1">
                <a:solidFill>
                  <a:srgbClr val="266E46"/>
                </a:solidFill>
                <a:latin typeface="Arial" panose="020B0604020202020204"/>
              </a:rPr>
              <a:t>① 1D · Sequence</a:t>
            </a:r>
            <a:endParaRPr sz="900" b="1">
              <a:solidFill>
                <a:srgbClr val="266E46"/>
              </a:solidFill>
              <a:latin typeface="Arial" panose="020B060402020202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015999" y="666000"/>
            <a:ext cx="1296000" cy="612000"/>
          </a:xfrm>
          <a:prstGeom prst="roundRect">
            <a:avLst/>
          </a:prstGeom>
          <a:solidFill>
            <a:srgbClr val="D8E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sz="950" b="1">
                <a:solidFill>
                  <a:srgbClr val="266E46"/>
                </a:solidFill>
                <a:latin typeface="Arial" panose="020B0604020202020204"/>
              </a:rPr>
              <a:t>BPE Tokenizer</a:t>
            </a:r>
            <a:endParaRPr sz="950" b="1">
              <a:solidFill>
                <a:srgbClr val="266E46"/>
              </a:solidFill>
              <a:latin typeface="Arial" panose="020B0604020202020204"/>
            </a:endParaRPr>
          </a:p>
          <a:p>
            <a:pPr algn="ctr"/>
            <a:r>
              <a:rPr sz="950" b="1">
                <a:solidFill>
                  <a:srgbClr val="266E46"/>
                </a:solidFill>
                <a:latin typeface="Arial" panose="020B0604020202020204"/>
              </a:rPr>
              <a:t>(AutoTokenizer)</a:t>
            </a:r>
            <a:endParaRPr sz="950" b="1">
              <a:solidFill>
                <a:srgbClr val="266E46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491999" y="666000"/>
            <a:ext cx="1296000" cy="612000"/>
          </a:xfrm>
          <a:prstGeom prst="roundRect">
            <a:avLst/>
          </a:prstGeom>
          <a:solidFill>
            <a:srgbClr val="D8E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sz="950" b="1">
                <a:solidFill>
                  <a:srgbClr val="266E46"/>
                </a:solidFill>
                <a:latin typeface="Arial" panose="020B0604020202020204"/>
              </a:rPr>
              <a:t>ChemBERTa-77M-MTR</a:t>
            </a:r>
            <a:endParaRPr sz="950" b="1">
              <a:solidFill>
                <a:srgbClr val="266E46"/>
              </a:solidFill>
              <a:latin typeface="Arial" panose="020B0604020202020204"/>
            </a:endParaRPr>
          </a:p>
          <a:p>
            <a:pPr algn="ctr"/>
            <a:r>
              <a:rPr sz="950" b="1">
                <a:solidFill>
                  <a:srgbClr val="266E46"/>
                </a:solidFill>
                <a:latin typeface="Arial" panose="020B0604020202020204"/>
              </a:rPr>
              <a:t>(frozen)</a:t>
            </a:r>
            <a:endParaRPr sz="950" b="1">
              <a:solidFill>
                <a:srgbClr val="266E46"/>
              </a:solidFill>
              <a:latin typeface="Arial" panose="020B060402020202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40000" y="270000"/>
            <a:ext cx="3240000" cy="1404000"/>
          </a:xfrm>
          <a:prstGeom prst="rect">
            <a:avLst/>
          </a:prstGeom>
          <a:solidFill>
            <a:srgbClr val="FFFFFF"/>
          </a:solidFill>
          <a:ln w="10160">
            <a:solidFill>
              <a:srgbClr val="C8C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10" name="Freeform 9"/>
          <p:cNvSpPr/>
          <p:nvPr/>
        </p:nvSpPr>
        <p:spPr>
          <a:xfrm>
            <a:off x="1764000" y="972000"/>
            <a:ext cx="251999" cy="1692000"/>
          </a:xfrm>
          <a:custGeom>
            <a:avLst/>
            <a:gdLst/>
            <a:ahLst/>
            <a:cxnLst/>
            <a:rect l="l" t="t" r="r" b="b"/>
            <a:pathLst>
              <a:path w="251999" h="1692000">
                <a:moveTo>
                  <a:pt x="0" y="1692000"/>
                </a:moveTo>
                <a:lnTo>
                  <a:pt x="63000" y="1692000"/>
                </a:lnTo>
                <a:lnTo>
                  <a:pt x="77765" y="1691016"/>
                </a:lnTo>
                <a:lnTo>
                  <a:pt x="90562" y="1688063"/>
                </a:lnTo>
                <a:lnTo>
                  <a:pt x="101390" y="1683141"/>
                </a:lnTo>
                <a:lnTo>
                  <a:pt x="110250" y="1676250"/>
                </a:lnTo>
                <a:lnTo>
                  <a:pt x="117140" y="1667391"/>
                </a:lnTo>
                <a:lnTo>
                  <a:pt x="122062" y="1656563"/>
                </a:lnTo>
                <a:lnTo>
                  <a:pt x="125015" y="1643766"/>
                </a:lnTo>
                <a:lnTo>
                  <a:pt x="125999" y="1629000"/>
                </a:lnTo>
                <a:lnTo>
                  <a:pt x="125999" y="63000"/>
                </a:lnTo>
                <a:lnTo>
                  <a:pt x="126984" y="48234"/>
                </a:lnTo>
                <a:lnTo>
                  <a:pt x="129937" y="35437"/>
                </a:lnTo>
                <a:lnTo>
                  <a:pt x="134859" y="24609"/>
                </a:lnTo>
                <a:lnTo>
                  <a:pt x="141749" y="15750"/>
                </a:lnTo>
                <a:lnTo>
                  <a:pt x="150609" y="8859"/>
                </a:lnTo>
                <a:lnTo>
                  <a:pt x="161437" y="3937"/>
                </a:lnTo>
                <a:lnTo>
                  <a:pt x="174234" y="984"/>
                </a:lnTo>
                <a:lnTo>
                  <a:pt x="188999" y="0"/>
                </a:lnTo>
                <a:lnTo>
                  <a:pt x="251999" y="0"/>
                </a:lnTo>
              </a:path>
            </a:pathLst>
          </a:custGeom>
          <a:noFill/>
          <a:ln w="16510" cap="rnd">
            <a:solidFill>
              <a:srgbClr val="2E5496"/>
            </a:solidFill>
            <a:round/>
            <a:tailEnd type="arrow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3311999" y="972000"/>
            <a:ext cx="180000" cy="0"/>
          </a:xfrm>
          <a:custGeom>
            <a:avLst/>
            <a:gdLst/>
            <a:ahLst/>
            <a:cxnLst/>
            <a:rect l="l" t="t" r="r" b="b"/>
            <a:pathLst>
              <a:path w="180000">
                <a:moveTo>
                  <a:pt x="0" y="0"/>
                </a:moveTo>
                <a:lnTo>
                  <a:pt x="180000" y="0"/>
                </a:lnTo>
              </a:path>
            </a:pathLst>
          </a:custGeom>
          <a:noFill/>
          <a:ln w="16510" cap="rnd">
            <a:solidFill>
              <a:srgbClr val="2E5496"/>
            </a:solidFill>
            <a:round/>
            <a:tailEnd type="arrow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4787999" y="972000"/>
            <a:ext cx="252001" cy="0"/>
          </a:xfrm>
          <a:custGeom>
            <a:avLst/>
            <a:gdLst/>
            <a:ahLst/>
            <a:cxnLst/>
            <a:rect l="l" t="t" r="r" b="b"/>
            <a:pathLst>
              <a:path w="252001">
                <a:moveTo>
                  <a:pt x="0" y="0"/>
                </a:moveTo>
                <a:lnTo>
                  <a:pt x="252001" y="0"/>
                </a:lnTo>
              </a:path>
            </a:pathLst>
          </a:custGeom>
          <a:noFill/>
          <a:ln w="16510" cap="rnd">
            <a:solidFill>
              <a:srgbClr val="2E5496"/>
            </a:solidFill>
            <a:round/>
            <a:tailEnd type="arrow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15999" y="2106000"/>
            <a:ext cx="2520000" cy="1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sz="900" b="1">
                <a:solidFill>
                  <a:srgbClr val="2854A2"/>
                </a:solidFill>
                <a:latin typeface="Arial" panose="020B0604020202020204"/>
              </a:rPr>
              <a:t>② 2D · Graph</a:t>
            </a:r>
            <a:endParaRPr sz="900" b="1">
              <a:solidFill>
                <a:srgbClr val="2854A2"/>
              </a:solidFill>
              <a:latin typeface="Arial" panose="020B060402020202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015999" y="2358000"/>
            <a:ext cx="1296000" cy="612000"/>
          </a:xfrm>
          <a:prstGeom prst="roundRect">
            <a:avLst/>
          </a:prstGeom>
          <a:solidFill>
            <a:srgbClr val="D6E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sz="950" b="1">
                <a:solidFill>
                  <a:srgbClr val="2854A2"/>
                </a:solidFill>
                <a:latin typeface="Arial" panose="020B0604020202020204"/>
              </a:rPr>
              <a:t>RDKit parse</a:t>
            </a:r>
            <a:endParaRPr sz="950" b="1">
              <a:solidFill>
                <a:srgbClr val="2854A2"/>
              </a:solidFill>
              <a:latin typeface="Arial" panose="020B0604020202020204"/>
            </a:endParaRPr>
          </a:p>
          <a:p>
            <a:pPr algn="ctr"/>
            <a:r>
              <a:rPr sz="950" b="1">
                <a:solidFill>
                  <a:srgbClr val="2854A2"/>
                </a:solidFill>
                <a:latin typeface="Arial" panose="020B0604020202020204"/>
              </a:rPr>
              <a:t>atoms · bonds</a:t>
            </a:r>
            <a:endParaRPr sz="950" b="1">
              <a:solidFill>
                <a:srgbClr val="2854A2"/>
              </a:solidFill>
              <a:latin typeface="Arial" panose="020B060402020202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491999" y="2358000"/>
            <a:ext cx="1296000" cy="612000"/>
          </a:xfrm>
          <a:prstGeom prst="roundRect">
            <a:avLst/>
          </a:prstGeom>
          <a:solidFill>
            <a:srgbClr val="D6E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sz="950" b="1">
                <a:solidFill>
                  <a:srgbClr val="2854A2"/>
                </a:solidFill>
                <a:latin typeface="Arial" panose="020B0604020202020204"/>
              </a:rPr>
              <a:t>Canonical atom/bond</a:t>
            </a:r>
            <a:endParaRPr sz="950" b="1">
              <a:solidFill>
                <a:srgbClr val="2854A2"/>
              </a:solidFill>
              <a:latin typeface="Arial" panose="020B0604020202020204"/>
            </a:endParaRPr>
          </a:p>
          <a:p>
            <a:pPr algn="ctr"/>
            <a:r>
              <a:rPr sz="950" b="1">
                <a:solidFill>
                  <a:srgbClr val="2854A2"/>
                </a:solidFill>
                <a:latin typeface="Arial" panose="020B0604020202020204"/>
              </a:rPr>
              <a:t>featurizer → DGL graph</a:t>
            </a:r>
            <a:endParaRPr sz="950" b="1">
              <a:solidFill>
                <a:srgbClr val="2854A2"/>
              </a:solidFill>
              <a:latin typeface="Arial" panose="020B060402020202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039995" y="1962150"/>
            <a:ext cx="3237230" cy="1403985"/>
          </a:xfrm>
          <a:prstGeom prst="rect">
            <a:avLst/>
          </a:prstGeom>
          <a:solidFill>
            <a:srgbClr val="FFFFFF"/>
          </a:solidFill>
          <a:ln w="10160">
            <a:solidFill>
              <a:srgbClr val="C8C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17" name="Freeform 16"/>
          <p:cNvSpPr/>
          <p:nvPr/>
        </p:nvSpPr>
        <p:spPr>
          <a:xfrm>
            <a:off x="1764000" y="2664000"/>
            <a:ext cx="251999" cy="0"/>
          </a:xfrm>
          <a:custGeom>
            <a:avLst/>
            <a:gdLst/>
            <a:ahLst/>
            <a:cxnLst/>
            <a:rect l="l" t="t" r="r" b="b"/>
            <a:pathLst>
              <a:path w="251999">
                <a:moveTo>
                  <a:pt x="0" y="0"/>
                </a:moveTo>
                <a:lnTo>
                  <a:pt x="251999" y="0"/>
                </a:lnTo>
              </a:path>
            </a:pathLst>
          </a:custGeom>
          <a:noFill/>
          <a:ln w="16510" cap="rnd">
            <a:solidFill>
              <a:srgbClr val="2E5496"/>
            </a:solidFill>
            <a:round/>
            <a:tailEnd type="arrow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3311999" y="2664000"/>
            <a:ext cx="180000" cy="0"/>
          </a:xfrm>
          <a:custGeom>
            <a:avLst/>
            <a:gdLst/>
            <a:ahLst/>
            <a:cxnLst/>
            <a:rect l="l" t="t" r="r" b="b"/>
            <a:pathLst>
              <a:path w="180000">
                <a:moveTo>
                  <a:pt x="0" y="0"/>
                </a:moveTo>
                <a:lnTo>
                  <a:pt x="180000" y="0"/>
                </a:lnTo>
              </a:path>
            </a:pathLst>
          </a:custGeom>
          <a:noFill/>
          <a:ln w="16510" cap="rnd">
            <a:solidFill>
              <a:srgbClr val="2E5496"/>
            </a:solidFill>
            <a:round/>
            <a:tailEnd type="arrow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4787999" y="2664000"/>
            <a:ext cx="252001" cy="0"/>
          </a:xfrm>
          <a:custGeom>
            <a:avLst/>
            <a:gdLst/>
            <a:ahLst/>
            <a:cxnLst/>
            <a:rect l="l" t="t" r="r" b="b"/>
            <a:pathLst>
              <a:path w="252001">
                <a:moveTo>
                  <a:pt x="0" y="0"/>
                </a:moveTo>
                <a:lnTo>
                  <a:pt x="252001" y="0"/>
                </a:lnTo>
              </a:path>
            </a:pathLst>
          </a:custGeom>
          <a:noFill/>
          <a:ln w="16510" cap="rnd">
            <a:solidFill>
              <a:srgbClr val="2E5496"/>
            </a:solidFill>
            <a:round/>
            <a:tailEnd type="arrow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5999" y="3797999"/>
            <a:ext cx="2520000" cy="1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sz="900" b="1">
                <a:solidFill>
                  <a:srgbClr val="B06816"/>
                </a:solidFill>
                <a:latin typeface="Arial" panose="020B0604020202020204"/>
              </a:rPr>
              <a:t>③ 3D · Conformers</a:t>
            </a:r>
            <a:endParaRPr sz="900" b="1">
              <a:solidFill>
                <a:srgbClr val="B06816"/>
              </a:solidFill>
              <a:latin typeface="Arial" panose="020B0604020202020204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2015999" y="4050000"/>
            <a:ext cx="1296000" cy="612000"/>
          </a:xfrm>
          <a:prstGeom prst="roundRect">
            <a:avLst/>
          </a:prstGeom>
          <a:solidFill>
            <a:srgbClr val="FAE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sz="950" b="1">
                <a:solidFill>
                  <a:srgbClr val="B06816"/>
                </a:solidFill>
                <a:latin typeface="Arial" panose="020B0604020202020204"/>
              </a:rPr>
              <a:t>AddHs + ETKDGv3</a:t>
            </a:r>
            <a:endParaRPr sz="950" b="1">
              <a:solidFill>
                <a:srgbClr val="B06816"/>
              </a:solidFill>
              <a:latin typeface="Arial" panose="020B0604020202020204"/>
            </a:endParaRPr>
          </a:p>
          <a:p>
            <a:pPr algn="ctr"/>
            <a:r>
              <a:rPr sz="950" b="1">
                <a:solidFill>
                  <a:srgbClr val="B06816"/>
                </a:solidFill>
                <a:latin typeface="Arial" panose="020B0604020202020204"/>
              </a:rPr>
              <a:t>embed K confs</a:t>
            </a:r>
            <a:endParaRPr sz="950" b="1">
              <a:solidFill>
                <a:srgbClr val="B06816"/>
              </a:solidFill>
              <a:latin typeface="Arial" panose="020B06040202020202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491999" y="4050000"/>
            <a:ext cx="1296000" cy="612000"/>
          </a:xfrm>
          <a:prstGeom prst="roundRect">
            <a:avLst/>
          </a:prstGeom>
          <a:solidFill>
            <a:srgbClr val="FAE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sz="950" b="1">
                <a:solidFill>
                  <a:srgbClr val="B06816"/>
                </a:solidFill>
                <a:latin typeface="Arial" panose="020B0604020202020204"/>
              </a:rPr>
              <a:t>UFF optimize</a:t>
            </a:r>
            <a:endParaRPr sz="950" b="1">
              <a:solidFill>
                <a:srgbClr val="B06816"/>
              </a:solidFill>
              <a:latin typeface="Arial" panose="020B0604020202020204"/>
            </a:endParaRPr>
          </a:p>
          <a:p>
            <a:pPr algn="ctr"/>
            <a:r>
              <a:rPr sz="950" b="1">
                <a:solidFill>
                  <a:srgbClr val="B06816"/>
                </a:solidFill>
                <a:latin typeface="Arial" panose="020B0604020202020204"/>
              </a:rPr>
              <a:t>+ energy</a:t>
            </a:r>
            <a:endParaRPr sz="950" b="1">
              <a:solidFill>
                <a:srgbClr val="B06816"/>
              </a:solidFill>
              <a:latin typeface="Arial" panose="020B06040202020202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040000" y="3654000"/>
            <a:ext cx="3240000" cy="1404000"/>
          </a:xfrm>
          <a:prstGeom prst="rect">
            <a:avLst/>
          </a:prstGeom>
          <a:solidFill>
            <a:srgbClr val="FFFFFF"/>
          </a:solidFill>
          <a:ln w="10160">
            <a:solidFill>
              <a:srgbClr val="C8C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24" name="Freeform 23"/>
          <p:cNvSpPr/>
          <p:nvPr/>
        </p:nvSpPr>
        <p:spPr>
          <a:xfrm>
            <a:off x="1764000" y="2664000"/>
            <a:ext cx="251999" cy="1692000"/>
          </a:xfrm>
          <a:custGeom>
            <a:avLst/>
            <a:gdLst/>
            <a:ahLst/>
            <a:cxnLst/>
            <a:rect l="l" t="t" r="r" b="b"/>
            <a:pathLst>
              <a:path w="251999" h="1692000">
                <a:moveTo>
                  <a:pt x="0" y="0"/>
                </a:moveTo>
                <a:lnTo>
                  <a:pt x="63000" y="0"/>
                </a:lnTo>
                <a:lnTo>
                  <a:pt x="77765" y="984"/>
                </a:lnTo>
                <a:lnTo>
                  <a:pt x="90562" y="3937"/>
                </a:lnTo>
                <a:lnTo>
                  <a:pt x="101390" y="8859"/>
                </a:lnTo>
                <a:lnTo>
                  <a:pt x="110250" y="15750"/>
                </a:lnTo>
                <a:lnTo>
                  <a:pt x="117140" y="24609"/>
                </a:lnTo>
                <a:lnTo>
                  <a:pt x="122062" y="35437"/>
                </a:lnTo>
                <a:lnTo>
                  <a:pt x="125015" y="48234"/>
                </a:lnTo>
                <a:lnTo>
                  <a:pt x="125999" y="63000"/>
                </a:lnTo>
                <a:lnTo>
                  <a:pt x="125999" y="1629000"/>
                </a:lnTo>
                <a:lnTo>
                  <a:pt x="126984" y="1643766"/>
                </a:lnTo>
                <a:lnTo>
                  <a:pt x="129937" y="1656563"/>
                </a:lnTo>
                <a:lnTo>
                  <a:pt x="134859" y="1667391"/>
                </a:lnTo>
                <a:lnTo>
                  <a:pt x="141749" y="1676250"/>
                </a:lnTo>
                <a:lnTo>
                  <a:pt x="150609" y="1683141"/>
                </a:lnTo>
                <a:lnTo>
                  <a:pt x="161437" y="1688063"/>
                </a:lnTo>
                <a:lnTo>
                  <a:pt x="174234" y="1691016"/>
                </a:lnTo>
                <a:lnTo>
                  <a:pt x="188999" y="1692000"/>
                </a:lnTo>
                <a:lnTo>
                  <a:pt x="251999" y="1692000"/>
                </a:lnTo>
              </a:path>
            </a:pathLst>
          </a:custGeom>
          <a:noFill/>
          <a:ln w="16510" cap="rnd">
            <a:solidFill>
              <a:srgbClr val="2E5496"/>
            </a:solidFill>
            <a:round/>
            <a:tailEnd type="arrow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3311999" y="4356000"/>
            <a:ext cx="180000" cy="0"/>
          </a:xfrm>
          <a:custGeom>
            <a:avLst/>
            <a:gdLst/>
            <a:ahLst/>
            <a:cxnLst/>
            <a:rect l="l" t="t" r="r" b="b"/>
            <a:pathLst>
              <a:path w="180000">
                <a:moveTo>
                  <a:pt x="0" y="0"/>
                </a:moveTo>
                <a:lnTo>
                  <a:pt x="180000" y="0"/>
                </a:lnTo>
              </a:path>
            </a:pathLst>
          </a:custGeom>
          <a:noFill/>
          <a:ln w="16510" cap="rnd">
            <a:solidFill>
              <a:srgbClr val="2E5496"/>
            </a:solidFill>
            <a:round/>
            <a:tailEnd type="arrow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4787999" y="4356000"/>
            <a:ext cx="252001" cy="0"/>
          </a:xfrm>
          <a:custGeom>
            <a:avLst/>
            <a:gdLst/>
            <a:ahLst/>
            <a:cxnLst/>
            <a:rect l="l" t="t" r="r" b="b"/>
            <a:pathLst>
              <a:path w="252001">
                <a:moveTo>
                  <a:pt x="0" y="0"/>
                </a:moveTo>
                <a:lnTo>
                  <a:pt x="252001" y="0"/>
                </a:lnTo>
              </a:path>
            </a:pathLst>
          </a:custGeom>
          <a:noFill/>
          <a:ln w="16510" cap="rnd">
            <a:solidFill>
              <a:srgbClr val="2E5496"/>
            </a:solidFill>
            <a:round/>
            <a:tailEnd type="arrow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66000" y="342000"/>
            <a:ext cx="2160000" cy="1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sz="950" b="1">
                <a:solidFill>
                  <a:srgbClr val="266E46"/>
                </a:solidFill>
                <a:latin typeface="Arial" panose="020B0604020202020204"/>
              </a:rPr>
              <a:t>1D Semantic Tokens</a:t>
            </a:r>
            <a:endParaRPr sz="950" b="1">
              <a:solidFill>
                <a:srgbClr val="266E46"/>
              </a:solidFill>
              <a:latin typeface="Arial" panose="020B0604020202020204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544000" y="612000"/>
            <a:ext cx="85846" cy="65250"/>
          </a:xfrm>
          <a:prstGeom prst="rect">
            <a:avLst/>
          </a:prstGeom>
          <a:solidFill>
            <a:srgbClr val="BEE0C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29846" y="612000"/>
            <a:ext cx="85846" cy="65250"/>
          </a:xfrm>
          <a:prstGeom prst="rect">
            <a:avLst/>
          </a:prstGeom>
          <a:solidFill>
            <a:srgbClr val="D6ECE0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715692" y="612000"/>
            <a:ext cx="85846" cy="65250"/>
          </a:xfrm>
          <a:prstGeom prst="rect">
            <a:avLst/>
          </a:prstGeom>
          <a:solidFill>
            <a:srgbClr val="90CBAB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801538" y="612000"/>
            <a:ext cx="85846" cy="65250"/>
          </a:xfrm>
          <a:prstGeom prst="rect">
            <a:avLst/>
          </a:prstGeom>
          <a:solidFill>
            <a:srgbClr val="E1F1E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887384" y="612000"/>
            <a:ext cx="85846" cy="65250"/>
          </a:xfrm>
          <a:prstGeom prst="rect">
            <a:avLst/>
          </a:prstGeom>
          <a:solidFill>
            <a:srgbClr val="A0D2B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73230" y="612000"/>
            <a:ext cx="85846" cy="65250"/>
          </a:xfrm>
          <a:prstGeom prst="rect">
            <a:avLst/>
          </a:prstGeom>
          <a:solidFill>
            <a:srgbClr val="B8DDC9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059076" y="612000"/>
            <a:ext cx="85846" cy="65250"/>
          </a:xfrm>
          <a:prstGeom prst="rect">
            <a:avLst/>
          </a:prstGeom>
          <a:solidFill>
            <a:srgbClr val="E3F2EA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44923" y="612000"/>
            <a:ext cx="85846" cy="65250"/>
          </a:xfrm>
          <a:prstGeom prst="rect">
            <a:avLst/>
          </a:prstGeom>
          <a:solidFill>
            <a:srgbClr val="A4D4BB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30769" y="612000"/>
            <a:ext cx="85846" cy="65250"/>
          </a:xfrm>
          <a:prstGeom prst="rect">
            <a:avLst/>
          </a:prstGeom>
          <a:solidFill>
            <a:srgbClr val="E6F3E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16615" y="612000"/>
            <a:ext cx="85846" cy="65250"/>
          </a:xfrm>
          <a:prstGeom prst="rect">
            <a:avLst/>
          </a:prstGeom>
          <a:solidFill>
            <a:srgbClr val="AED9C2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02461" y="612000"/>
            <a:ext cx="85846" cy="65250"/>
          </a:xfrm>
          <a:prstGeom prst="rect">
            <a:avLst/>
          </a:prstGeom>
          <a:solidFill>
            <a:srgbClr val="E1F1E9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88307" y="612000"/>
            <a:ext cx="85846" cy="65250"/>
          </a:xfrm>
          <a:prstGeom prst="rect">
            <a:avLst/>
          </a:prstGeom>
          <a:solidFill>
            <a:srgbClr val="DFF0E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74153" y="612000"/>
            <a:ext cx="85846" cy="65250"/>
          </a:xfrm>
          <a:prstGeom prst="rect">
            <a:avLst/>
          </a:prstGeom>
          <a:solidFill>
            <a:srgbClr val="B0D9C3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660000" y="612000"/>
            <a:ext cx="85846" cy="65250"/>
          </a:xfrm>
          <a:prstGeom prst="rect">
            <a:avLst/>
          </a:prstGeom>
          <a:solidFill>
            <a:srgbClr val="77BF99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745846" y="612000"/>
            <a:ext cx="85846" cy="65250"/>
          </a:xfrm>
          <a:prstGeom prst="rect">
            <a:avLst/>
          </a:prstGeom>
          <a:solidFill>
            <a:srgbClr val="DAEDE3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831692" y="612000"/>
            <a:ext cx="85846" cy="65250"/>
          </a:xfrm>
          <a:prstGeom prst="rect">
            <a:avLst/>
          </a:prstGeom>
          <a:solidFill>
            <a:srgbClr val="CCE7D9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917538" y="612000"/>
            <a:ext cx="85846" cy="65250"/>
          </a:xfrm>
          <a:prstGeom prst="rect">
            <a:avLst/>
          </a:prstGeom>
          <a:solidFill>
            <a:srgbClr val="93CCA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003384" y="612000"/>
            <a:ext cx="85846" cy="65250"/>
          </a:xfrm>
          <a:prstGeom prst="rect">
            <a:avLst/>
          </a:prstGeom>
          <a:solidFill>
            <a:srgbClr val="66B78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089230" y="612000"/>
            <a:ext cx="85846" cy="65250"/>
          </a:xfrm>
          <a:prstGeom prst="rect">
            <a:avLst/>
          </a:prstGeom>
          <a:solidFill>
            <a:srgbClr val="9ACFB3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175076" y="612000"/>
            <a:ext cx="85846" cy="65250"/>
          </a:xfrm>
          <a:prstGeom prst="rect">
            <a:avLst/>
          </a:prstGeom>
          <a:solidFill>
            <a:srgbClr val="B3DBC6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260923" y="612000"/>
            <a:ext cx="85846" cy="65250"/>
          </a:xfrm>
          <a:prstGeom prst="rect">
            <a:avLst/>
          </a:prstGeom>
          <a:solidFill>
            <a:srgbClr val="62B589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346769" y="612000"/>
            <a:ext cx="85846" cy="65250"/>
          </a:xfrm>
          <a:prstGeom prst="rect">
            <a:avLst/>
          </a:prstGeom>
          <a:solidFill>
            <a:srgbClr val="E5F2EB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432615" y="612000"/>
            <a:ext cx="85846" cy="65250"/>
          </a:xfrm>
          <a:prstGeom prst="rect">
            <a:avLst/>
          </a:prstGeom>
          <a:solidFill>
            <a:srgbClr val="72BD95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518461" y="612000"/>
            <a:ext cx="85846" cy="65250"/>
          </a:xfrm>
          <a:prstGeom prst="rect">
            <a:avLst/>
          </a:prstGeom>
          <a:solidFill>
            <a:srgbClr val="C3E2D2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604307" y="612000"/>
            <a:ext cx="85846" cy="65250"/>
          </a:xfrm>
          <a:prstGeom prst="rect">
            <a:avLst/>
          </a:prstGeom>
          <a:solidFill>
            <a:srgbClr val="D7ECE1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690153" y="612000"/>
            <a:ext cx="85846" cy="65250"/>
          </a:xfrm>
          <a:prstGeom prst="rect">
            <a:avLst/>
          </a:prstGeom>
          <a:solidFill>
            <a:srgbClr val="DBEEE4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544000" y="677250"/>
            <a:ext cx="85846" cy="65250"/>
          </a:xfrm>
          <a:prstGeom prst="rect">
            <a:avLst/>
          </a:prstGeom>
          <a:solidFill>
            <a:srgbClr val="C0E1D0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629846" y="677250"/>
            <a:ext cx="85846" cy="65250"/>
          </a:xfrm>
          <a:prstGeom prst="rect">
            <a:avLst/>
          </a:prstGeom>
          <a:solidFill>
            <a:srgbClr val="78C09A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715692" y="677250"/>
            <a:ext cx="85846" cy="65250"/>
          </a:xfrm>
          <a:prstGeom prst="rect">
            <a:avLst/>
          </a:prstGeom>
          <a:solidFill>
            <a:srgbClr val="D2EAD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801538" y="677250"/>
            <a:ext cx="85846" cy="65250"/>
          </a:xfrm>
          <a:prstGeom prst="rect">
            <a:avLst/>
          </a:prstGeom>
          <a:solidFill>
            <a:srgbClr val="99CFB3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887384" y="677250"/>
            <a:ext cx="85846" cy="65250"/>
          </a:xfrm>
          <a:prstGeom prst="rect">
            <a:avLst/>
          </a:prstGeom>
          <a:solidFill>
            <a:srgbClr val="91CBA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973230" y="677250"/>
            <a:ext cx="85846" cy="65250"/>
          </a:xfrm>
          <a:prstGeom prst="rect">
            <a:avLst/>
          </a:prstGeom>
          <a:solidFill>
            <a:srgbClr val="B7DDC9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059076" y="677250"/>
            <a:ext cx="85846" cy="65250"/>
          </a:xfrm>
          <a:prstGeom prst="rect">
            <a:avLst/>
          </a:prstGeom>
          <a:solidFill>
            <a:srgbClr val="9ED1B6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144923" y="677250"/>
            <a:ext cx="85846" cy="65250"/>
          </a:xfrm>
          <a:prstGeom prst="rect">
            <a:avLst/>
          </a:prstGeom>
          <a:solidFill>
            <a:srgbClr val="E2F1E9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230769" y="677250"/>
            <a:ext cx="85846" cy="65250"/>
          </a:xfrm>
          <a:prstGeom prst="rect">
            <a:avLst/>
          </a:prstGeom>
          <a:solidFill>
            <a:srgbClr val="E3F2EA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316615" y="677250"/>
            <a:ext cx="85846" cy="65250"/>
          </a:xfrm>
          <a:prstGeom prst="rect">
            <a:avLst/>
          </a:prstGeom>
          <a:solidFill>
            <a:srgbClr val="CEE8DA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402461" y="677250"/>
            <a:ext cx="85846" cy="65250"/>
          </a:xfrm>
          <a:prstGeom prst="rect">
            <a:avLst/>
          </a:prstGeom>
          <a:solidFill>
            <a:srgbClr val="8BC9A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488307" y="677250"/>
            <a:ext cx="85846" cy="65250"/>
          </a:xfrm>
          <a:prstGeom prst="rect">
            <a:avLst/>
          </a:prstGeom>
          <a:solidFill>
            <a:srgbClr val="AFD9C3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574153" y="677250"/>
            <a:ext cx="85846" cy="65250"/>
          </a:xfrm>
          <a:prstGeom prst="rect">
            <a:avLst/>
          </a:prstGeom>
          <a:solidFill>
            <a:srgbClr val="BFE1CF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660000" y="677250"/>
            <a:ext cx="85846" cy="65250"/>
          </a:xfrm>
          <a:prstGeom prst="rect">
            <a:avLst/>
          </a:prstGeom>
          <a:solidFill>
            <a:srgbClr val="99CFB2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745846" y="677250"/>
            <a:ext cx="85846" cy="65250"/>
          </a:xfrm>
          <a:prstGeom prst="rect">
            <a:avLst/>
          </a:prstGeom>
          <a:solidFill>
            <a:srgbClr val="ABD8C0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831692" y="677250"/>
            <a:ext cx="85846" cy="65250"/>
          </a:xfrm>
          <a:prstGeom prst="rect">
            <a:avLst/>
          </a:prstGeom>
          <a:solidFill>
            <a:srgbClr val="C1E2D0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917538" y="677250"/>
            <a:ext cx="85846" cy="65250"/>
          </a:xfrm>
          <a:prstGeom prst="rect">
            <a:avLst/>
          </a:prstGeom>
          <a:solidFill>
            <a:srgbClr val="7BC19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003384" y="677250"/>
            <a:ext cx="85846" cy="65250"/>
          </a:xfrm>
          <a:prstGeom prst="rect">
            <a:avLst/>
          </a:prstGeom>
          <a:solidFill>
            <a:srgbClr val="89C7A6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089230" y="677250"/>
            <a:ext cx="85846" cy="65250"/>
          </a:xfrm>
          <a:prstGeom prst="rect">
            <a:avLst/>
          </a:prstGeom>
          <a:solidFill>
            <a:srgbClr val="C9E5D6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175076" y="677250"/>
            <a:ext cx="85846" cy="65250"/>
          </a:xfrm>
          <a:prstGeom prst="rect">
            <a:avLst/>
          </a:prstGeom>
          <a:solidFill>
            <a:srgbClr val="9AD0B3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260923" y="677250"/>
            <a:ext cx="85846" cy="65250"/>
          </a:xfrm>
          <a:prstGeom prst="rect">
            <a:avLst/>
          </a:prstGeom>
          <a:solidFill>
            <a:srgbClr val="A1D3B9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346769" y="677250"/>
            <a:ext cx="85846" cy="65250"/>
          </a:xfrm>
          <a:prstGeom prst="rect">
            <a:avLst/>
          </a:prstGeom>
          <a:solidFill>
            <a:srgbClr val="70BC94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432615" y="677250"/>
            <a:ext cx="85846" cy="65250"/>
          </a:xfrm>
          <a:prstGeom prst="rect">
            <a:avLst/>
          </a:prstGeom>
          <a:solidFill>
            <a:srgbClr val="85C5A3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518461" y="677250"/>
            <a:ext cx="85846" cy="65250"/>
          </a:xfrm>
          <a:prstGeom prst="rect">
            <a:avLst/>
          </a:prstGeom>
          <a:solidFill>
            <a:srgbClr val="C3E2D2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604307" y="677250"/>
            <a:ext cx="85846" cy="65250"/>
          </a:xfrm>
          <a:prstGeom prst="rect">
            <a:avLst/>
          </a:prstGeom>
          <a:solidFill>
            <a:srgbClr val="61B589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690153" y="677250"/>
            <a:ext cx="85846" cy="65250"/>
          </a:xfrm>
          <a:prstGeom prst="rect">
            <a:avLst/>
          </a:prstGeom>
          <a:solidFill>
            <a:srgbClr val="DBEEE4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5544000" y="742500"/>
            <a:ext cx="85846" cy="65250"/>
          </a:xfrm>
          <a:prstGeom prst="rect">
            <a:avLst/>
          </a:prstGeom>
          <a:solidFill>
            <a:srgbClr val="B0DAC4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5629846" y="742500"/>
            <a:ext cx="85846" cy="65250"/>
          </a:xfrm>
          <a:prstGeom prst="rect">
            <a:avLst/>
          </a:prstGeom>
          <a:solidFill>
            <a:srgbClr val="81C4A0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5715692" y="742500"/>
            <a:ext cx="85846" cy="65250"/>
          </a:xfrm>
          <a:prstGeom prst="rect">
            <a:avLst/>
          </a:prstGeom>
          <a:solidFill>
            <a:srgbClr val="D6EBE0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801538" y="742500"/>
            <a:ext cx="85846" cy="65250"/>
          </a:xfrm>
          <a:prstGeom prst="rect">
            <a:avLst/>
          </a:prstGeom>
          <a:solidFill>
            <a:srgbClr val="A6D5B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5887384" y="742500"/>
            <a:ext cx="85846" cy="65250"/>
          </a:xfrm>
          <a:prstGeom prst="rect">
            <a:avLst/>
          </a:prstGeom>
          <a:solidFill>
            <a:srgbClr val="E6F3E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5973230" y="742500"/>
            <a:ext cx="85846" cy="65250"/>
          </a:xfrm>
          <a:prstGeom prst="rect">
            <a:avLst/>
          </a:prstGeom>
          <a:solidFill>
            <a:srgbClr val="8DC9AA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059076" y="742500"/>
            <a:ext cx="85846" cy="65250"/>
          </a:xfrm>
          <a:prstGeom prst="rect">
            <a:avLst/>
          </a:prstGeom>
          <a:solidFill>
            <a:srgbClr val="80C39F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144923" y="742500"/>
            <a:ext cx="85846" cy="65250"/>
          </a:xfrm>
          <a:prstGeom prst="rect">
            <a:avLst/>
          </a:prstGeom>
          <a:solidFill>
            <a:srgbClr val="9BD0B4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230769" y="742500"/>
            <a:ext cx="85846" cy="65250"/>
          </a:xfrm>
          <a:prstGeom prst="rect">
            <a:avLst/>
          </a:prstGeom>
          <a:solidFill>
            <a:srgbClr val="70BC94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316615" y="742500"/>
            <a:ext cx="85846" cy="65250"/>
          </a:xfrm>
          <a:prstGeom prst="rect">
            <a:avLst/>
          </a:prstGeom>
          <a:solidFill>
            <a:srgbClr val="BFE1CF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6402461" y="742500"/>
            <a:ext cx="85846" cy="65250"/>
          </a:xfrm>
          <a:prstGeom prst="rect">
            <a:avLst/>
          </a:prstGeom>
          <a:solidFill>
            <a:srgbClr val="89C8A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488307" y="742500"/>
            <a:ext cx="85846" cy="65250"/>
          </a:xfrm>
          <a:prstGeom prst="rect">
            <a:avLst/>
          </a:prstGeom>
          <a:solidFill>
            <a:srgbClr val="98CEB1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6574153" y="742500"/>
            <a:ext cx="85846" cy="65250"/>
          </a:xfrm>
          <a:prstGeom prst="rect">
            <a:avLst/>
          </a:prstGeom>
          <a:solidFill>
            <a:srgbClr val="9ACFB3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6660000" y="742500"/>
            <a:ext cx="85846" cy="65250"/>
          </a:xfrm>
          <a:prstGeom prst="rect">
            <a:avLst/>
          </a:prstGeom>
          <a:solidFill>
            <a:srgbClr val="ABD7C0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745846" y="742500"/>
            <a:ext cx="85846" cy="65250"/>
          </a:xfrm>
          <a:prstGeom prst="rect">
            <a:avLst/>
          </a:prstGeom>
          <a:solidFill>
            <a:srgbClr val="75BE9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831692" y="742500"/>
            <a:ext cx="85846" cy="65250"/>
          </a:xfrm>
          <a:prstGeom prst="rect">
            <a:avLst/>
          </a:prstGeom>
          <a:solidFill>
            <a:srgbClr val="66B78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6917538" y="742500"/>
            <a:ext cx="85846" cy="65250"/>
          </a:xfrm>
          <a:prstGeom prst="rect">
            <a:avLst/>
          </a:prstGeom>
          <a:solidFill>
            <a:srgbClr val="A9D6B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003384" y="742500"/>
            <a:ext cx="85846" cy="65250"/>
          </a:xfrm>
          <a:prstGeom prst="rect">
            <a:avLst/>
          </a:prstGeom>
          <a:solidFill>
            <a:srgbClr val="8ECAAA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089230" y="742500"/>
            <a:ext cx="85846" cy="65250"/>
          </a:xfrm>
          <a:prstGeom prst="rect">
            <a:avLst/>
          </a:prstGeom>
          <a:solidFill>
            <a:srgbClr val="E3F1EA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7175076" y="742500"/>
            <a:ext cx="85846" cy="65250"/>
          </a:xfrm>
          <a:prstGeom prst="rect">
            <a:avLst/>
          </a:prstGeom>
          <a:solidFill>
            <a:srgbClr val="89C7A6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7260923" y="742500"/>
            <a:ext cx="85846" cy="65250"/>
          </a:xfrm>
          <a:prstGeom prst="rect">
            <a:avLst/>
          </a:prstGeom>
          <a:solidFill>
            <a:srgbClr val="90CBA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7346769" y="742500"/>
            <a:ext cx="85846" cy="65250"/>
          </a:xfrm>
          <a:prstGeom prst="rect">
            <a:avLst/>
          </a:prstGeom>
          <a:solidFill>
            <a:srgbClr val="5FB48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7432615" y="742500"/>
            <a:ext cx="85846" cy="65250"/>
          </a:xfrm>
          <a:prstGeom prst="rect">
            <a:avLst/>
          </a:prstGeom>
          <a:solidFill>
            <a:srgbClr val="78BF99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7518461" y="742500"/>
            <a:ext cx="85846" cy="65250"/>
          </a:xfrm>
          <a:prstGeom prst="rect">
            <a:avLst/>
          </a:prstGeom>
          <a:solidFill>
            <a:srgbClr val="C3E3D2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7604307" y="742500"/>
            <a:ext cx="85846" cy="65250"/>
          </a:xfrm>
          <a:prstGeom prst="rect">
            <a:avLst/>
          </a:prstGeom>
          <a:solidFill>
            <a:srgbClr val="B5DCC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7690153" y="742500"/>
            <a:ext cx="85846" cy="65250"/>
          </a:xfrm>
          <a:prstGeom prst="rect">
            <a:avLst/>
          </a:prstGeom>
          <a:solidFill>
            <a:srgbClr val="8DC9A9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5544000" y="807750"/>
            <a:ext cx="85846" cy="65250"/>
          </a:xfrm>
          <a:prstGeom prst="rect">
            <a:avLst/>
          </a:prstGeom>
          <a:solidFill>
            <a:srgbClr val="E8F4E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5629846" y="807750"/>
            <a:ext cx="85846" cy="65250"/>
          </a:xfrm>
          <a:prstGeom prst="rect">
            <a:avLst/>
          </a:prstGeom>
          <a:solidFill>
            <a:srgbClr val="AAD7BF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5715692" y="807750"/>
            <a:ext cx="85846" cy="65250"/>
          </a:xfrm>
          <a:prstGeom prst="rect">
            <a:avLst/>
          </a:prstGeom>
          <a:solidFill>
            <a:srgbClr val="D4EAD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5801538" y="807750"/>
            <a:ext cx="85846" cy="65250"/>
          </a:xfrm>
          <a:prstGeom prst="rect">
            <a:avLst/>
          </a:prstGeom>
          <a:solidFill>
            <a:srgbClr val="DBEEE4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5887384" y="807750"/>
            <a:ext cx="85846" cy="65250"/>
          </a:xfrm>
          <a:prstGeom prst="rect">
            <a:avLst/>
          </a:prstGeom>
          <a:solidFill>
            <a:srgbClr val="E3F2EA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5973230" y="807750"/>
            <a:ext cx="85846" cy="65250"/>
          </a:xfrm>
          <a:prstGeom prst="rect">
            <a:avLst/>
          </a:prstGeom>
          <a:solidFill>
            <a:srgbClr val="7FC39F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6059076" y="807750"/>
            <a:ext cx="85846" cy="65250"/>
          </a:xfrm>
          <a:prstGeom prst="rect">
            <a:avLst/>
          </a:prstGeom>
          <a:solidFill>
            <a:srgbClr val="D9EDE2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6144923" y="807750"/>
            <a:ext cx="85846" cy="65250"/>
          </a:xfrm>
          <a:prstGeom prst="rect">
            <a:avLst/>
          </a:prstGeom>
          <a:solidFill>
            <a:srgbClr val="C8E5D6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6230769" y="807750"/>
            <a:ext cx="85846" cy="65250"/>
          </a:xfrm>
          <a:prstGeom prst="rect">
            <a:avLst/>
          </a:prstGeom>
          <a:solidFill>
            <a:srgbClr val="B4DCC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6316615" y="807750"/>
            <a:ext cx="85846" cy="65250"/>
          </a:xfrm>
          <a:prstGeom prst="rect">
            <a:avLst/>
          </a:prstGeom>
          <a:solidFill>
            <a:srgbClr val="71BC94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6402461" y="807750"/>
            <a:ext cx="85846" cy="65250"/>
          </a:xfrm>
          <a:prstGeom prst="rect">
            <a:avLst/>
          </a:prstGeom>
          <a:solidFill>
            <a:srgbClr val="E0F0E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6488307" y="807750"/>
            <a:ext cx="85846" cy="65250"/>
          </a:xfrm>
          <a:prstGeom prst="rect">
            <a:avLst/>
          </a:prstGeom>
          <a:solidFill>
            <a:srgbClr val="ACD8C1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6574153" y="807750"/>
            <a:ext cx="85846" cy="65250"/>
          </a:xfrm>
          <a:prstGeom prst="rect">
            <a:avLst/>
          </a:prstGeom>
          <a:solidFill>
            <a:srgbClr val="9ED1B6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6660000" y="807750"/>
            <a:ext cx="85846" cy="65250"/>
          </a:xfrm>
          <a:prstGeom prst="rect">
            <a:avLst/>
          </a:prstGeom>
          <a:solidFill>
            <a:srgbClr val="6FBB93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6745846" y="807750"/>
            <a:ext cx="85846" cy="65250"/>
          </a:xfrm>
          <a:prstGeom prst="rect">
            <a:avLst/>
          </a:prstGeom>
          <a:solidFill>
            <a:srgbClr val="78BF9A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6831692" y="807750"/>
            <a:ext cx="85846" cy="65250"/>
          </a:xfrm>
          <a:prstGeom prst="rect">
            <a:avLst/>
          </a:prstGeom>
          <a:solidFill>
            <a:srgbClr val="72BC95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6917538" y="807750"/>
            <a:ext cx="85846" cy="65250"/>
          </a:xfrm>
          <a:prstGeom prst="rect">
            <a:avLst/>
          </a:prstGeom>
          <a:solidFill>
            <a:srgbClr val="C4E3D3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7003384" y="807750"/>
            <a:ext cx="85846" cy="65250"/>
          </a:xfrm>
          <a:prstGeom prst="rect">
            <a:avLst/>
          </a:prstGeom>
          <a:solidFill>
            <a:srgbClr val="B1DAC4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7089230" y="807750"/>
            <a:ext cx="85846" cy="65250"/>
          </a:xfrm>
          <a:prstGeom prst="rect">
            <a:avLst/>
          </a:prstGeom>
          <a:solidFill>
            <a:srgbClr val="B9DECA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7175076" y="807750"/>
            <a:ext cx="85846" cy="65250"/>
          </a:xfrm>
          <a:prstGeom prst="rect">
            <a:avLst/>
          </a:prstGeom>
          <a:solidFill>
            <a:srgbClr val="6FBB93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7260923" y="807750"/>
            <a:ext cx="85846" cy="65250"/>
          </a:xfrm>
          <a:prstGeom prst="rect">
            <a:avLst/>
          </a:prstGeom>
          <a:solidFill>
            <a:srgbClr val="64B68B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7346769" y="807750"/>
            <a:ext cx="85846" cy="65250"/>
          </a:xfrm>
          <a:prstGeom prst="rect">
            <a:avLst/>
          </a:prstGeom>
          <a:solidFill>
            <a:srgbClr val="D6ECE0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7432615" y="807750"/>
            <a:ext cx="85846" cy="65250"/>
          </a:xfrm>
          <a:prstGeom prst="rect">
            <a:avLst/>
          </a:prstGeom>
          <a:solidFill>
            <a:srgbClr val="D2EAD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7518461" y="807750"/>
            <a:ext cx="85846" cy="65250"/>
          </a:xfrm>
          <a:prstGeom prst="rect">
            <a:avLst/>
          </a:prstGeom>
          <a:solidFill>
            <a:srgbClr val="CBE6D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7604307" y="807750"/>
            <a:ext cx="85846" cy="65250"/>
          </a:xfrm>
          <a:prstGeom prst="rect">
            <a:avLst/>
          </a:prstGeom>
          <a:solidFill>
            <a:srgbClr val="CAE6D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7690153" y="807750"/>
            <a:ext cx="85846" cy="65250"/>
          </a:xfrm>
          <a:prstGeom prst="rect">
            <a:avLst/>
          </a:prstGeom>
          <a:solidFill>
            <a:srgbClr val="A7D5B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5544000" y="873000"/>
            <a:ext cx="85846" cy="65250"/>
          </a:xfrm>
          <a:prstGeom prst="rect">
            <a:avLst/>
          </a:prstGeom>
          <a:solidFill>
            <a:srgbClr val="98CFB2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5629846" y="873000"/>
            <a:ext cx="85846" cy="65250"/>
          </a:xfrm>
          <a:prstGeom prst="rect">
            <a:avLst/>
          </a:prstGeom>
          <a:solidFill>
            <a:srgbClr val="C6E4D4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5715692" y="873000"/>
            <a:ext cx="85846" cy="65250"/>
          </a:xfrm>
          <a:prstGeom prst="rect">
            <a:avLst/>
          </a:prstGeom>
          <a:solidFill>
            <a:srgbClr val="EBF5F0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5801538" y="873000"/>
            <a:ext cx="85846" cy="65250"/>
          </a:xfrm>
          <a:prstGeom prst="rect">
            <a:avLst/>
          </a:prstGeom>
          <a:solidFill>
            <a:srgbClr val="B0DAC4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5887384" y="873000"/>
            <a:ext cx="85846" cy="65250"/>
          </a:xfrm>
          <a:prstGeom prst="rect">
            <a:avLst/>
          </a:prstGeom>
          <a:solidFill>
            <a:srgbClr val="B7DDC9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5973230" y="873000"/>
            <a:ext cx="85846" cy="65250"/>
          </a:xfrm>
          <a:prstGeom prst="rect">
            <a:avLst/>
          </a:prstGeom>
          <a:solidFill>
            <a:srgbClr val="9CD0B4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6059076" y="873000"/>
            <a:ext cx="85846" cy="65250"/>
          </a:xfrm>
          <a:prstGeom prst="rect">
            <a:avLst/>
          </a:prstGeom>
          <a:solidFill>
            <a:srgbClr val="65B78B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6144923" y="873000"/>
            <a:ext cx="85846" cy="65250"/>
          </a:xfrm>
          <a:prstGeom prst="rect">
            <a:avLst/>
          </a:prstGeom>
          <a:solidFill>
            <a:srgbClr val="8AC8A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6230769" y="873000"/>
            <a:ext cx="85846" cy="65250"/>
          </a:xfrm>
          <a:prstGeom prst="rect">
            <a:avLst/>
          </a:prstGeom>
          <a:solidFill>
            <a:srgbClr val="A3D3BA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6316615" y="873000"/>
            <a:ext cx="85846" cy="65250"/>
          </a:xfrm>
          <a:prstGeom prst="rect">
            <a:avLst/>
          </a:prstGeom>
          <a:solidFill>
            <a:srgbClr val="94CDAF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6402461" y="873000"/>
            <a:ext cx="85846" cy="65250"/>
          </a:xfrm>
          <a:prstGeom prst="rect">
            <a:avLst/>
          </a:prstGeom>
          <a:solidFill>
            <a:srgbClr val="8CC9A9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6488307" y="873000"/>
            <a:ext cx="85846" cy="65250"/>
          </a:xfrm>
          <a:prstGeom prst="rect">
            <a:avLst/>
          </a:prstGeom>
          <a:solidFill>
            <a:srgbClr val="E4F2EA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6574153" y="873000"/>
            <a:ext cx="85846" cy="65250"/>
          </a:xfrm>
          <a:prstGeom prst="rect">
            <a:avLst/>
          </a:prstGeom>
          <a:solidFill>
            <a:srgbClr val="6DBA91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6660000" y="873000"/>
            <a:ext cx="85846" cy="65250"/>
          </a:xfrm>
          <a:prstGeom prst="rect">
            <a:avLst/>
          </a:prstGeom>
          <a:solidFill>
            <a:srgbClr val="7DC29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6745846" y="873000"/>
            <a:ext cx="85846" cy="65250"/>
          </a:xfrm>
          <a:prstGeom prst="rect">
            <a:avLst/>
          </a:prstGeom>
          <a:solidFill>
            <a:srgbClr val="70BC94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6831692" y="873000"/>
            <a:ext cx="85846" cy="65250"/>
          </a:xfrm>
          <a:prstGeom prst="rect">
            <a:avLst/>
          </a:prstGeom>
          <a:solidFill>
            <a:srgbClr val="7BC19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6917538" y="873000"/>
            <a:ext cx="85846" cy="65250"/>
          </a:xfrm>
          <a:prstGeom prst="rect">
            <a:avLst/>
          </a:prstGeom>
          <a:solidFill>
            <a:srgbClr val="B4DCC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7003384" y="873000"/>
            <a:ext cx="85846" cy="65250"/>
          </a:xfrm>
          <a:prstGeom prst="rect">
            <a:avLst/>
          </a:prstGeom>
          <a:solidFill>
            <a:srgbClr val="B3DBC6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7089230" y="873000"/>
            <a:ext cx="85846" cy="65250"/>
          </a:xfrm>
          <a:prstGeom prst="rect">
            <a:avLst/>
          </a:prstGeom>
          <a:solidFill>
            <a:srgbClr val="DDEFE5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7175076" y="873000"/>
            <a:ext cx="85846" cy="65250"/>
          </a:xfrm>
          <a:prstGeom prst="rect">
            <a:avLst/>
          </a:prstGeom>
          <a:solidFill>
            <a:srgbClr val="92CCA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7260923" y="873000"/>
            <a:ext cx="85846" cy="65250"/>
          </a:xfrm>
          <a:prstGeom prst="rect">
            <a:avLst/>
          </a:prstGeom>
          <a:solidFill>
            <a:srgbClr val="E3F1EA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7346769" y="873000"/>
            <a:ext cx="85846" cy="65250"/>
          </a:xfrm>
          <a:prstGeom prst="rect">
            <a:avLst/>
          </a:prstGeom>
          <a:solidFill>
            <a:srgbClr val="E2F1E9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7432615" y="873000"/>
            <a:ext cx="85846" cy="65250"/>
          </a:xfrm>
          <a:prstGeom prst="rect">
            <a:avLst/>
          </a:prstGeom>
          <a:solidFill>
            <a:srgbClr val="CEE8DA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7518461" y="873000"/>
            <a:ext cx="85846" cy="65250"/>
          </a:xfrm>
          <a:prstGeom prst="rect">
            <a:avLst/>
          </a:prstGeom>
          <a:solidFill>
            <a:srgbClr val="D4EBDF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7604307" y="873000"/>
            <a:ext cx="85846" cy="65250"/>
          </a:xfrm>
          <a:prstGeom prst="rect">
            <a:avLst/>
          </a:prstGeom>
          <a:solidFill>
            <a:srgbClr val="BBDF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7690153" y="873000"/>
            <a:ext cx="85846" cy="65250"/>
          </a:xfrm>
          <a:prstGeom prst="rect">
            <a:avLst/>
          </a:prstGeom>
          <a:solidFill>
            <a:srgbClr val="E4F2EB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5544000" y="938250"/>
            <a:ext cx="85846" cy="65250"/>
          </a:xfrm>
          <a:prstGeom prst="rect">
            <a:avLst/>
          </a:prstGeom>
          <a:solidFill>
            <a:srgbClr val="EBF5F0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5629846" y="938250"/>
            <a:ext cx="85846" cy="65250"/>
          </a:xfrm>
          <a:prstGeom prst="rect">
            <a:avLst/>
          </a:prstGeom>
          <a:solidFill>
            <a:srgbClr val="D6ECE0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5715692" y="938250"/>
            <a:ext cx="85846" cy="65250"/>
          </a:xfrm>
          <a:prstGeom prst="rect">
            <a:avLst/>
          </a:prstGeom>
          <a:solidFill>
            <a:srgbClr val="DDEFE5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5801538" y="938250"/>
            <a:ext cx="85846" cy="65250"/>
          </a:xfrm>
          <a:prstGeom prst="rect">
            <a:avLst/>
          </a:prstGeom>
          <a:solidFill>
            <a:srgbClr val="B8DECA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5887384" y="938250"/>
            <a:ext cx="85846" cy="65250"/>
          </a:xfrm>
          <a:prstGeom prst="rect">
            <a:avLst/>
          </a:prstGeom>
          <a:solidFill>
            <a:srgbClr val="E8F4E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5973230" y="938250"/>
            <a:ext cx="85846" cy="65250"/>
          </a:xfrm>
          <a:prstGeom prst="rect">
            <a:avLst/>
          </a:prstGeom>
          <a:solidFill>
            <a:srgbClr val="70BC94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059076" y="938250"/>
            <a:ext cx="85846" cy="65250"/>
          </a:xfrm>
          <a:prstGeom prst="rect">
            <a:avLst/>
          </a:prstGeom>
          <a:solidFill>
            <a:srgbClr val="95CDAF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144923" y="938250"/>
            <a:ext cx="85846" cy="65250"/>
          </a:xfrm>
          <a:prstGeom prst="rect">
            <a:avLst/>
          </a:prstGeom>
          <a:solidFill>
            <a:srgbClr val="D6ECE0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6230769" y="938250"/>
            <a:ext cx="85846" cy="65250"/>
          </a:xfrm>
          <a:prstGeom prst="rect">
            <a:avLst/>
          </a:prstGeom>
          <a:solidFill>
            <a:srgbClr val="C8E5D5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6316615" y="938250"/>
            <a:ext cx="85846" cy="65250"/>
          </a:xfrm>
          <a:prstGeom prst="rect">
            <a:avLst/>
          </a:prstGeom>
          <a:solidFill>
            <a:srgbClr val="BADFCB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6402461" y="938250"/>
            <a:ext cx="85846" cy="65250"/>
          </a:xfrm>
          <a:prstGeom prst="rect">
            <a:avLst/>
          </a:prstGeom>
          <a:solidFill>
            <a:srgbClr val="B8DDCA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6488307" y="938250"/>
            <a:ext cx="85846" cy="65250"/>
          </a:xfrm>
          <a:prstGeom prst="rect">
            <a:avLst/>
          </a:prstGeom>
          <a:solidFill>
            <a:srgbClr val="DAEDE3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6574153" y="938250"/>
            <a:ext cx="85846" cy="65250"/>
          </a:xfrm>
          <a:prstGeom prst="rect">
            <a:avLst/>
          </a:prstGeom>
          <a:solidFill>
            <a:srgbClr val="74BD96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6660000" y="938250"/>
            <a:ext cx="85846" cy="65250"/>
          </a:xfrm>
          <a:prstGeom prst="rect">
            <a:avLst/>
          </a:prstGeom>
          <a:solidFill>
            <a:srgbClr val="5FB48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6745846" y="938250"/>
            <a:ext cx="85846" cy="65250"/>
          </a:xfrm>
          <a:prstGeom prst="rect">
            <a:avLst/>
          </a:prstGeom>
          <a:solidFill>
            <a:srgbClr val="AAD7BF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6831692" y="938250"/>
            <a:ext cx="85846" cy="65250"/>
          </a:xfrm>
          <a:prstGeom prst="rect">
            <a:avLst/>
          </a:prstGeom>
          <a:solidFill>
            <a:srgbClr val="A7D6B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6917538" y="938250"/>
            <a:ext cx="85846" cy="65250"/>
          </a:xfrm>
          <a:prstGeom prst="rect">
            <a:avLst/>
          </a:prstGeom>
          <a:solidFill>
            <a:srgbClr val="DFF0E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003384" y="938250"/>
            <a:ext cx="85846" cy="65250"/>
          </a:xfrm>
          <a:prstGeom prst="rect">
            <a:avLst/>
          </a:prstGeom>
          <a:solidFill>
            <a:srgbClr val="DDEFE5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089230" y="938250"/>
            <a:ext cx="85846" cy="65250"/>
          </a:xfrm>
          <a:prstGeom prst="rect">
            <a:avLst/>
          </a:prstGeom>
          <a:solidFill>
            <a:srgbClr val="BBDF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175076" y="938250"/>
            <a:ext cx="85846" cy="65250"/>
          </a:xfrm>
          <a:prstGeom prst="rect">
            <a:avLst/>
          </a:prstGeom>
          <a:solidFill>
            <a:srgbClr val="C6E4D4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260923" y="938250"/>
            <a:ext cx="85846" cy="65250"/>
          </a:xfrm>
          <a:prstGeom prst="rect">
            <a:avLst/>
          </a:prstGeom>
          <a:solidFill>
            <a:srgbClr val="77BF99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7346769" y="938250"/>
            <a:ext cx="85846" cy="65250"/>
          </a:xfrm>
          <a:prstGeom prst="rect">
            <a:avLst/>
          </a:prstGeom>
          <a:solidFill>
            <a:srgbClr val="D5EBDF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7432615" y="938250"/>
            <a:ext cx="85846" cy="65250"/>
          </a:xfrm>
          <a:prstGeom prst="rect">
            <a:avLst/>
          </a:prstGeom>
          <a:solidFill>
            <a:srgbClr val="E8F4E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7518461" y="938250"/>
            <a:ext cx="85846" cy="65250"/>
          </a:xfrm>
          <a:prstGeom prst="rect">
            <a:avLst/>
          </a:prstGeom>
          <a:solidFill>
            <a:srgbClr val="65B78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7604307" y="938250"/>
            <a:ext cx="85846" cy="65250"/>
          </a:xfrm>
          <a:prstGeom prst="rect">
            <a:avLst/>
          </a:prstGeom>
          <a:solidFill>
            <a:srgbClr val="A1D3B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7690153" y="938250"/>
            <a:ext cx="85846" cy="65250"/>
          </a:xfrm>
          <a:prstGeom prst="rect">
            <a:avLst/>
          </a:prstGeom>
          <a:solidFill>
            <a:srgbClr val="D7ECE1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5544000" y="1003500"/>
            <a:ext cx="85846" cy="65250"/>
          </a:xfrm>
          <a:prstGeom prst="rect">
            <a:avLst/>
          </a:prstGeom>
          <a:solidFill>
            <a:srgbClr val="9FD2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5629846" y="1003500"/>
            <a:ext cx="85846" cy="65250"/>
          </a:xfrm>
          <a:prstGeom prst="rect">
            <a:avLst/>
          </a:prstGeom>
          <a:solidFill>
            <a:srgbClr val="E7F4E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5715692" y="1003500"/>
            <a:ext cx="85846" cy="65250"/>
          </a:xfrm>
          <a:prstGeom prst="rect">
            <a:avLst/>
          </a:prstGeom>
          <a:solidFill>
            <a:srgbClr val="A1D3B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5801538" y="1003500"/>
            <a:ext cx="85846" cy="65250"/>
          </a:xfrm>
          <a:prstGeom prst="rect">
            <a:avLst/>
          </a:prstGeom>
          <a:solidFill>
            <a:srgbClr val="62B589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5887384" y="1003500"/>
            <a:ext cx="85846" cy="65250"/>
          </a:xfrm>
          <a:prstGeom prst="rect">
            <a:avLst/>
          </a:prstGeom>
          <a:solidFill>
            <a:srgbClr val="72BD95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5973230" y="1003500"/>
            <a:ext cx="85846" cy="65250"/>
          </a:xfrm>
          <a:prstGeom prst="rect">
            <a:avLst/>
          </a:prstGeom>
          <a:solidFill>
            <a:srgbClr val="89C8A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6059076" y="1003500"/>
            <a:ext cx="85846" cy="65250"/>
          </a:xfrm>
          <a:prstGeom prst="rect">
            <a:avLst/>
          </a:prstGeom>
          <a:solidFill>
            <a:srgbClr val="C7E4D5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6144923" y="1003500"/>
            <a:ext cx="85846" cy="65250"/>
          </a:xfrm>
          <a:prstGeom prst="rect">
            <a:avLst/>
          </a:prstGeom>
          <a:solidFill>
            <a:srgbClr val="B8DDC9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6230769" y="1003500"/>
            <a:ext cx="85846" cy="65250"/>
          </a:xfrm>
          <a:prstGeom prst="rect">
            <a:avLst/>
          </a:prstGeom>
          <a:solidFill>
            <a:srgbClr val="D4EAD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6316615" y="1003500"/>
            <a:ext cx="85846" cy="65250"/>
          </a:xfrm>
          <a:prstGeom prst="rect">
            <a:avLst/>
          </a:prstGeom>
          <a:solidFill>
            <a:srgbClr val="7FC39F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6402461" y="1003500"/>
            <a:ext cx="85846" cy="65250"/>
          </a:xfrm>
          <a:prstGeom prst="rect">
            <a:avLst/>
          </a:prstGeom>
          <a:solidFill>
            <a:srgbClr val="A0D2B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6488307" y="1003500"/>
            <a:ext cx="85846" cy="65250"/>
          </a:xfrm>
          <a:prstGeom prst="rect">
            <a:avLst/>
          </a:prstGeom>
          <a:solidFill>
            <a:srgbClr val="7EC29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6574153" y="1003500"/>
            <a:ext cx="85846" cy="65250"/>
          </a:xfrm>
          <a:prstGeom prst="rect">
            <a:avLst/>
          </a:prstGeom>
          <a:solidFill>
            <a:srgbClr val="BDE0C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6660000" y="1003500"/>
            <a:ext cx="85846" cy="65250"/>
          </a:xfrm>
          <a:prstGeom prst="rect">
            <a:avLst/>
          </a:prstGeom>
          <a:solidFill>
            <a:srgbClr val="CCE7D9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6745846" y="1003500"/>
            <a:ext cx="85846" cy="65250"/>
          </a:xfrm>
          <a:prstGeom prst="rect">
            <a:avLst/>
          </a:prstGeom>
          <a:solidFill>
            <a:srgbClr val="79C09A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6831692" y="1003500"/>
            <a:ext cx="85846" cy="65250"/>
          </a:xfrm>
          <a:prstGeom prst="rect">
            <a:avLst/>
          </a:prstGeom>
          <a:solidFill>
            <a:srgbClr val="61B48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6917538" y="1003500"/>
            <a:ext cx="85846" cy="65250"/>
          </a:xfrm>
          <a:prstGeom prst="rect">
            <a:avLst/>
          </a:prstGeom>
          <a:solidFill>
            <a:srgbClr val="73BD96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7003384" y="1003500"/>
            <a:ext cx="85846" cy="65250"/>
          </a:xfrm>
          <a:prstGeom prst="rect">
            <a:avLst/>
          </a:prstGeom>
          <a:solidFill>
            <a:srgbClr val="7AC09B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7089230" y="1003500"/>
            <a:ext cx="85846" cy="65250"/>
          </a:xfrm>
          <a:prstGeom prst="rect">
            <a:avLst/>
          </a:prstGeom>
          <a:solidFill>
            <a:srgbClr val="78BF9A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7175076" y="1003500"/>
            <a:ext cx="85846" cy="65250"/>
          </a:xfrm>
          <a:prstGeom prst="rect">
            <a:avLst/>
          </a:prstGeom>
          <a:solidFill>
            <a:srgbClr val="83C5A2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7260923" y="1003500"/>
            <a:ext cx="85846" cy="65250"/>
          </a:xfrm>
          <a:prstGeom prst="rect">
            <a:avLst/>
          </a:prstGeom>
          <a:solidFill>
            <a:srgbClr val="CBE7D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7346769" y="1003500"/>
            <a:ext cx="85846" cy="65250"/>
          </a:xfrm>
          <a:prstGeom prst="rect">
            <a:avLst/>
          </a:prstGeom>
          <a:solidFill>
            <a:srgbClr val="A2D3B9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7432615" y="1003500"/>
            <a:ext cx="85846" cy="65250"/>
          </a:xfrm>
          <a:prstGeom prst="rect">
            <a:avLst/>
          </a:prstGeom>
          <a:solidFill>
            <a:srgbClr val="B9DECB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7518461" y="1003500"/>
            <a:ext cx="85846" cy="65250"/>
          </a:xfrm>
          <a:prstGeom prst="rect">
            <a:avLst/>
          </a:prstGeom>
          <a:solidFill>
            <a:srgbClr val="E7F4E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7604307" y="1003500"/>
            <a:ext cx="85846" cy="65250"/>
          </a:xfrm>
          <a:prstGeom prst="rect">
            <a:avLst/>
          </a:prstGeom>
          <a:solidFill>
            <a:srgbClr val="E7F4E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7690153" y="1003500"/>
            <a:ext cx="85846" cy="65250"/>
          </a:xfrm>
          <a:prstGeom prst="rect">
            <a:avLst/>
          </a:prstGeom>
          <a:solidFill>
            <a:srgbClr val="C4E3D3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5544000" y="1068750"/>
            <a:ext cx="85846" cy="65250"/>
          </a:xfrm>
          <a:prstGeom prst="rect">
            <a:avLst/>
          </a:prstGeom>
          <a:solidFill>
            <a:srgbClr val="C7E4D5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5629846" y="1068750"/>
            <a:ext cx="85846" cy="65250"/>
          </a:xfrm>
          <a:prstGeom prst="rect">
            <a:avLst/>
          </a:prstGeom>
          <a:solidFill>
            <a:srgbClr val="8AC8A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5715692" y="1068750"/>
            <a:ext cx="85846" cy="65250"/>
          </a:xfrm>
          <a:prstGeom prst="rect">
            <a:avLst/>
          </a:prstGeom>
          <a:solidFill>
            <a:srgbClr val="65B68B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5801538" y="1068750"/>
            <a:ext cx="85846" cy="65250"/>
          </a:xfrm>
          <a:prstGeom prst="rect">
            <a:avLst/>
          </a:prstGeom>
          <a:solidFill>
            <a:srgbClr val="ACD8C1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5887384" y="1068750"/>
            <a:ext cx="85846" cy="65250"/>
          </a:xfrm>
          <a:prstGeom prst="rect">
            <a:avLst/>
          </a:prstGeom>
          <a:solidFill>
            <a:srgbClr val="67B88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5973230" y="1068750"/>
            <a:ext cx="85846" cy="65250"/>
          </a:xfrm>
          <a:prstGeom prst="rect">
            <a:avLst/>
          </a:prstGeom>
          <a:solidFill>
            <a:srgbClr val="60B48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059076" y="1068750"/>
            <a:ext cx="85846" cy="65250"/>
          </a:xfrm>
          <a:prstGeom prst="rect">
            <a:avLst/>
          </a:prstGeom>
          <a:solidFill>
            <a:srgbClr val="65B68B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144923" y="1068750"/>
            <a:ext cx="85846" cy="65250"/>
          </a:xfrm>
          <a:prstGeom prst="rect">
            <a:avLst/>
          </a:prstGeom>
          <a:solidFill>
            <a:srgbClr val="B8DDCA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230769" y="1068750"/>
            <a:ext cx="85846" cy="65250"/>
          </a:xfrm>
          <a:prstGeom prst="rect">
            <a:avLst/>
          </a:prstGeom>
          <a:solidFill>
            <a:srgbClr val="CCE7D9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316615" y="1068750"/>
            <a:ext cx="85846" cy="65250"/>
          </a:xfrm>
          <a:prstGeom prst="rect">
            <a:avLst/>
          </a:prstGeom>
          <a:solidFill>
            <a:srgbClr val="CBE7D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402461" y="1068750"/>
            <a:ext cx="85846" cy="65250"/>
          </a:xfrm>
          <a:prstGeom prst="rect">
            <a:avLst/>
          </a:prstGeom>
          <a:solidFill>
            <a:srgbClr val="D0E9DB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6488307" y="1068750"/>
            <a:ext cx="85846" cy="65250"/>
          </a:xfrm>
          <a:prstGeom prst="rect">
            <a:avLst/>
          </a:prstGeom>
          <a:solidFill>
            <a:srgbClr val="CFE8DB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6574153" y="1068750"/>
            <a:ext cx="85846" cy="65250"/>
          </a:xfrm>
          <a:prstGeom prst="rect">
            <a:avLst/>
          </a:prstGeom>
          <a:solidFill>
            <a:srgbClr val="93CCA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6660000" y="1068750"/>
            <a:ext cx="85846" cy="65250"/>
          </a:xfrm>
          <a:prstGeom prst="rect">
            <a:avLst/>
          </a:prstGeom>
          <a:solidFill>
            <a:srgbClr val="6DBA91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6745846" y="1068750"/>
            <a:ext cx="85846" cy="65250"/>
          </a:xfrm>
          <a:prstGeom prst="rect">
            <a:avLst/>
          </a:prstGeom>
          <a:solidFill>
            <a:srgbClr val="75BE9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6831692" y="1068750"/>
            <a:ext cx="85846" cy="65250"/>
          </a:xfrm>
          <a:prstGeom prst="rect">
            <a:avLst/>
          </a:prstGeom>
          <a:solidFill>
            <a:srgbClr val="A8D6B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6917538" y="1068750"/>
            <a:ext cx="85846" cy="65250"/>
          </a:xfrm>
          <a:prstGeom prst="rect">
            <a:avLst/>
          </a:prstGeom>
          <a:solidFill>
            <a:srgbClr val="8FCAAB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7003384" y="1068750"/>
            <a:ext cx="85846" cy="65250"/>
          </a:xfrm>
          <a:prstGeom prst="rect">
            <a:avLst/>
          </a:prstGeom>
          <a:solidFill>
            <a:srgbClr val="7BC19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089230" y="1068750"/>
            <a:ext cx="85846" cy="65250"/>
          </a:xfrm>
          <a:prstGeom prst="rect">
            <a:avLst/>
          </a:prstGeom>
          <a:solidFill>
            <a:srgbClr val="DFF0E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7175076" y="1068750"/>
            <a:ext cx="85846" cy="65250"/>
          </a:xfrm>
          <a:prstGeom prst="rect">
            <a:avLst/>
          </a:prstGeom>
          <a:solidFill>
            <a:srgbClr val="8ECAAA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7260923" y="1068750"/>
            <a:ext cx="85846" cy="65250"/>
          </a:xfrm>
          <a:prstGeom prst="rect">
            <a:avLst/>
          </a:prstGeom>
          <a:solidFill>
            <a:srgbClr val="6BB990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7346769" y="1068750"/>
            <a:ext cx="85846" cy="65250"/>
          </a:xfrm>
          <a:prstGeom prst="rect">
            <a:avLst/>
          </a:prstGeom>
          <a:solidFill>
            <a:srgbClr val="7DC29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7432615" y="1068750"/>
            <a:ext cx="85846" cy="65250"/>
          </a:xfrm>
          <a:prstGeom prst="rect">
            <a:avLst/>
          </a:prstGeom>
          <a:solidFill>
            <a:srgbClr val="82C4A1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7518461" y="1068750"/>
            <a:ext cx="85846" cy="65250"/>
          </a:xfrm>
          <a:prstGeom prst="rect">
            <a:avLst/>
          </a:prstGeom>
          <a:solidFill>
            <a:srgbClr val="A8D6B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7604307" y="1068750"/>
            <a:ext cx="85846" cy="65250"/>
          </a:xfrm>
          <a:prstGeom prst="rect">
            <a:avLst/>
          </a:prstGeom>
          <a:solidFill>
            <a:srgbClr val="D2EAD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7690153" y="1068750"/>
            <a:ext cx="85846" cy="65250"/>
          </a:xfrm>
          <a:prstGeom prst="rect">
            <a:avLst/>
          </a:prstGeom>
          <a:solidFill>
            <a:srgbClr val="7CC19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544000" y="1188000"/>
            <a:ext cx="2232000" cy="1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ctr"/>
            <a:r>
              <a:rPr sz="900" b="1">
                <a:solidFill>
                  <a:srgbClr val="266E46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Semantic tokens   [ 354 × 128 ]</a:t>
            </a:r>
            <a:endParaRPr sz="900" b="1">
              <a:solidFill>
                <a:srgbClr val="266E46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237" name="Rectangle 236"/>
          <p:cNvSpPr/>
          <p:nvPr/>
        </p:nvSpPr>
        <p:spPr>
          <a:xfrm>
            <a:off x="5544000" y="1342800"/>
            <a:ext cx="2232000" cy="1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ctr"/>
            <a:r>
              <a:rPr sz="700" b="0">
                <a:solidFill>
                  <a:srgbClr val="5F5F5F"/>
                </a:solidFill>
                <a:latin typeface="Arial" panose="020B0604020202020204"/>
              </a:rPr>
              <a:t>special tokens removed · adaptive-pooled</a:t>
            </a:r>
            <a:endParaRPr sz="700" b="0">
              <a:solidFill>
                <a:srgbClr val="5F5F5F"/>
              </a:solidFill>
              <a:latin typeface="Arial" panose="020B0604020202020204"/>
            </a:endParaRPr>
          </a:p>
        </p:txBody>
      </p:sp>
      <p:sp>
        <p:nvSpPr>
          <p:cNvPr id="238" name="Rectangle 237"/>
          <p:cNvSpPr/>
          <p:nvPr/>
        </p:nvSpPr>
        <p:spPr>
          <a:xfrm>
            <a:off x="5165725" y="2033905"/>
            <a:ext cx="2474595" cy="17970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sz="950" b="1">
                <a:solidFill>
                  <a:srgbClr val="2854A2"/>
                </a:solidFill>
                <a:latin typeface="Arial" panose="020B0604020202020204"/>
              </a:rPr>
              <a:t>2D Molecular Graph</a:t>
            </a:r>
            <a:endParaRPr sz="950" b="1">
              <a:solidFill>
                <a:srgbClr val="2854A2"/>
              </a:solidFill>
              <a:latin typeface="Arial" panose="020B0604020202020204"/>
            </a:endParaRPr>
          </a:p>
        </p:txBody>
      </p:sp>
      <p:cxnSp>
        <p:nvCxnSpPr>
          <p:cNvPr id="239" name="Connector 238"/>
          <p:cNvCxnSpPr/>
          <p:nvPr/>
        </p:nvCxnSpPr>
        <p:spPr>
          <a:xfrm flipV="1">
            <a:off x="5329440" y="2359080"/>
            <a:ext cx="205200" cy="104400"/>
          </a:xfrm>
          <a:prstGeom prst="line">
            <a:avLst/>
          </a:prstGeom>
          <a:ln w="20320">
            <a:solidFill>
              <a:srgbClr val="96A8C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>
            <a:off x="5534640" y="2359080"/>
            <a:ext cx="218880" cy="83520"/>
          </a:xfrm>
          <a:prstGeom prst="line">
            <a:avLst/>
          </a:prstGeom>
          <a:ln w="20320">
            <a:solidFill>
              <a:srgbClr val="96A8C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>
            <a:off x="5753520" y="2442600"/>
            <a:ext cx="54720" cy="187920"/>
          </a:xfrm>
          <a:prstGeom prst="line">
            <a:avLst/>
          </a:prstGeom>
          <a:ln w="20320">
            <a:solidFill>
              <a:srgbClr val="96A8C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 flipH="1">
            <a:off x="5616720" y="2630520"/>
            <a:ext cx="191520" cy="104400"/>
          </a:xfrm>
          <a:prstGeom prst="line">
            <a:avLst/>
          </a:prstGeom>
          <a:ln w="20320">
            <a:solidFill>
              <a:srgbClr val="96A8C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 flipH="1" flipV="1">
            <a:off x="5397840" y="2672280"/>
            <a:ext cx="218880" cy="62640"/>
          </a:xfrm>
          <a:prstGeom prst="line">
            <a:avLst/>
          </a:prstGeom>
          <a:ln w="20320">
            <a:solidFill>
              <a:srgbClr val="96A8C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 flipH="1" flipV="1">
            <a:off x="5329440" y="2463480"/>
            <a:ext cx="68400" cy="208800"/>
          </a:xfrm>
          <a:prstGeom prst="line">
            <a:avLst/>
          </a:prstGeom>
          <a:ln w="20320">
            <a:solidFill>
              <a:srgbClr val="96A8C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 flipH="1" flipV="1">
            <a:off x="5534640" y="2359080"/>
            <a:ext cx="27360" cy="187920"/>
          </a:xfrm>
          <a:prstGeom prst="line">
            <a:avLst/>
          </a:prstGeom>
          <a:ln w="20320">
            <a:solidFill>
              <a:srgbClr val="96A8C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>
            <a:off x="5562000" y="2547000"/>
            <a:ext cx="246240" cy="83520"/>
          </a:xfrm>
          <a:prstGeom prst="line">
            <a:avLst/>
          </a:prstGeom>
          <a:ln w="20320">
            <a:solidFill>
              <a:srgbClr val="96A8C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 flipH="1">
            <a:off x="5397840" y="2547000"/>
            <a:ext cx="164160" cy="125280"/>
          </a:xfrm>
          <a:prstGeom prst="line">
            <a:avLst/>
          </a:prstGeom>
          <a:ln w="20320">
            <a:solidFill>
              <a:srgbClr val="96A8C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8" name="Oval 247"/>
          <p:cNvSpPr/>
          <p:nvPr/>
        </p:nvSpPr>
        <p:spPr>
          <a:xfrm>
            <a:off x="5271840" y="2405880"/>
            <a:ext cx="115200" cy="115200"/>
          </a:xfrm>
          <a:prstGeom prst="ellipse">
            <a:avLst/>
          </a:prstGeom>
          <a:solidFill>
            <a:srgbClr val="6C91D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5477040" y="2301480"/>
            <a:ext cx="115200" cy="115200"/>
          </a:xfrm>
          <a:prstGeom prst="ellipse">
            <a:avLst/>
          </a:prstGeom>
          <a:solidFill>
            <a:srgbClr val="6C91D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5695920" y="2385000"/>
            <a:ext cx="115200" cy="115200"/>
          </a:xfrm>
          <a:prstGeom prst="ellipse">
            <a:avLst/>
          </a:prstGeom>
          <a:solidFill>
            <a:srgbClr val="E1786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5750640" y="2572920"/>
            <a:ext cx="115200" cy="115200"/>
          </a:xfrm>
          <a:prstGeom prst="ellipse">
            <a:avLst/>
          </a:prstGeom>
          <a:solidFill>
            <a:srgbClr val="6C91D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5559120" y="2677320"/>
            <a:ext cx="115200" cy="115200"/>
          </a:xfrm>
          <a:prstGeom prst="ellipse">
            <a:avLst/>
          </a:prstGeom>
          <a:solidFill>
            <a:srgbClr val="E1786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5340240" y="2614680"/>
            <a:ext cx="115200" cy="115200"/>
          </a:xfrm>
          <a:prstGeom prst="ellipse">
            <a:avLst/>
          </a:prstGeom>
          <a:solidFill>
            <a:srgbClr val="6C91D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5504400" y="2489400"/>
            <a:ext cx="115200" cy="115200"/>
          </a:xfrm>
          <a:prstGeom prst="ellipse">
            <a:avLst/>
          </a:prstGeom>
          <a:solidFill>
            <a:srgbClr val="6C91D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5148000" y="2844000"/>
            <a:ext cx="827999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" tIns="7200" rIns="7200" bIns="7200" rtlCol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2854A2"/>
                </a:solidFill>
                <a:latin typeface="Times New Roman Bold" panose="02020503050405090304" charset="0"/>
                <a:cs typeface="Times New Roman Bold" panose="02020503050405090304" charset="0"/>
              </a:rPr>
              <a:t>Molecular graph</a:t>
            </a:r>
            <a:endParaRPr sz="780" b="1">
              <a:solidFill>
                <a:srgbClr val="2854A2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282828"/>
                </a:solidFill>
                <a:latin typeface="Times New Roman Bold" panose="02020503050405090304" charset="0"/>
                <a:cs typeface="Times New Roman Bold" panose="02020503050405090304" charset="0"/>
              </a:rPr>
              <a:t>nodes + edges</a:t>
            </a:r>
            <a:endParaRPr sz="780" b="1">
              <a:solidFill>
                <a:srgbClr val="282828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</p:txBody>
      </p:sp>
      <p:sp>
        <p:nvSpPr>
          <p:cNvPr id="256" name="Rectangle 255"/>
          <p:cNvSpPr/>
          <p:nvPr/>
        </p:nvSpPr>
        <p:spPr>
          <a:xfrm>
            <a:off x="6030000" y="2286000"/>
            <a:ext cx="90000" cy="52200"/>
          </a:xfrm>
          <a:prstGeom prst="rect">
            <a:avLst/>
          </a:prstGeom>
          <a:solidFill>
            <a:srgbClr val="C2D1E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6120000" y="2286000"/>
            <a:ext cx="90000" cy="52200"/>
          </a:xfrm>
          <a:prstGeom prst="rect">
            <a:avLst/>
          </a:prstGeom>
          <a:solidFill>
            <a:srgbClr val="85A4D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6210000" y="2286000"/>
            <a:ext cx="90000" cy="52200"/>
          </a:xfrm>
          <a:prstGeom prst="rect">
            <a:avLst/>
          </a:prstGeom>
          <a:solidFill>
            <a:srgbClr val="6F93D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6300000" y="2286000"/>
            <a:ext cx="90000" cy="52200"/>
          </a:xfrm>
          <a:prstGeom prst="rect">
            <a:avLst/>
          </a:prstGeom>
          <a:solidFill>
            <a:srgbClr val="BACBE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6390000" y="2286000"/>
            <a:ext cx="90000" cy="52200"/>
          </a:xfrm>
          <a:prstGeom prst="rect">
            <a:avLst/>
          </a:prstGeom>
          <a:solidFill>
            <a:srgbClr val="B9CAE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6480000" y="2286000"/>
            <a:ext cx="90000" cy="52200"/>
          </a:xfrm>
          <a:prstGeom prst="rect">
            <a:avLst/>
          </a:prstGeom>
          <a:solidFill>
            <a:srgbClr val="7296D9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6030000" y="2338200"/>
            <a:ext cx="90000" cy="52200"/>
          </a:xfrm>
          <a:prstGeom prst="rect">
            <a:avLst/>
          </a:prstGeom>
          <a:solidFill>
            <a:srgbClr val="8FABE1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6120000" y="2338200"/>
            <a:ext cx="90000" cy="52200"/>
          </a:xfrm>
          <a:prstGeom prst="rect">
            <a:avLst/>
          </a:prstGeom>
          <a:solidFill>
            <a:srgbClr val="D7E1F4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6210000" y="2338200"/>
            <a:ext cx="90000" cy="52200"/>
          </a:xfrm>
          <a:prstGeom prst="rect">
            <a:avLst/>
          </a:prstGeom>
          <a:solidFill>
            <a:srgbClr val="DCE5F5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6300000" y="2338200"/>
            <a:ext cx="90000" cy="52200"/>
          </a:xfrm>
          <a:prstGeom prst="rect">
            <a:avLst/>
          </a:prstGeom>
          <a:solidFill>
            <a:srgbClr val="D9E3F5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6390000" y="2338200"/>
            <a:ext cx="90000" cy="52200"/>
          </a:xfrm>
          <a:prstGeom prst="rect">
            <a:avLst/>
          </a:prstGeom>
          <a:solidFill>
            <a:srgbClr val="789ADB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6480000" y="2338200"/>
            <a:ext cx="90000" cy="52200"/>
          </a:xfrm>
          <a:prstGeom prst="rect">
            <a:avLst/>
          </a:prstGeom>
          <a:solidFill>
            <a:srgbClr val="85A3D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6030000" y="2390400"/>
            <a:ext cx="90000" cy="52200"/>
          </a:xfrm>
          <a:prstGeom prst="rect">
            <a:avLst/>
          </a:prstGeom>
          <a:solidFill>
            <a:srgbClr val="DAE3F5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6120000" y="2390400"/>
            <a:ext cx="90000" cy="52200"/>
          </a:xfrm>
          <a:prstGeom prst="rect">
            <a:avLst/>
          </a:prstGeom>
          <a:solidFill>
            <a:srgbClr val="82A1D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6210000" y="2390400"/>
            <a:ext cx="90000" cy="52200"/>
          </a:xfrm>
          <a:prstGeom prst="rect">
            <a:avLst/>
          </a:prstGeom>
          <a:solidFill>
            <a:srgbClr val="6E92D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6300000" y="2390400"/>
            <a:ext cx="90000" cy="52200"/>
          </a:xfrm>
          <a:prstGeom prst="rect">
            <a:avLst/>
          </a:prstGeom>
          <a:solidFill>
            <a:srgbClr val="98B2E3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6390000" y="2390400"/>
            <a:ext cx="90000" cy="52200"/>
          </a:xfrm>
          <a:prstGeom prst="rect">
            <a:avLst/>
          </a:prstGeom>
          <a:solidFill>
            <a:srgbClr val="C0CFE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6480000" y="2390400"/>
            <a:ext cx="90000" cy="52200"/>
          </a:xfrm>
          <a:prstGeom prst="rect">
            <a:avLst/>
          </a:prstGeom>
          <a:solidFill>
            <a:srgbClr val="A6BCE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6030000" y="2442600"/>
            <a:ext cx="90000" cy="52200"/>
          </a:xfrm>
          <a:prstGeom prst="rect">
            <a:avLst/>
          </a:prstGeom>
          <a:solidFill>
            <a:srgbClr val="DCE5F5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6120000" y="2442600"/>
            <a:ext cx="90000" cy="52200"/>
          </a:xfrm>
          <a:prstGeom prst="rect">
            <a:avLst/>
          </a:prstGeom>
          <a:solidFill>
            <a:srgbClr val="EBF0F9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Rectangle 275"/>
          <p:cNvSpPr/>
          <p:nvPr/>
        </p:nvSpPr>
        <p:spPr>
          <a:xfrm>
            <a:off x="6210000" y="2442600"/>
            <a:ext cx="90000" cy="52200"/>
          </a:xfrm>
          <a:prstGeom prst="rect">
            <a:avLst/>
          </a:prstGeom>
          <a:solidFill>
            <a:srgbClr val="6F93D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6300000" y="2442600"/>
            <a:ext cx="90000" cy="52200"/>
          </a:xfrm>
          <a:prstGeom prst="rect">
            <a:avLst/>
          </a:prstGeom>
          <a:solidFill>
            <a:srgbClr val="99B2E4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6390000" y="2442600"/>
            <a:ext cx="90000" cy="52200"/>
          </a:xfrm>
          <a:prstGeom prst="rect">
            <a:avLst/>
          </a:prstGeom>
          <a:solidFill>
            <a:srgbClr val="A9BEE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6480000" y="2442600"/>
            <a:ext cx="90000" cy="52200"/>
          </a:xfrm>
          <a:prstGeom prst="rect">
            <a:avLst/>
          </a:prstGeom>
          <a:solidFill>
            <a:srgbClr val="7497DA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6030000" y="2494800"/>
            <a:ext cx="90000" cy="52200"/>
          </a:xfrm>
          <a:prstGeom prst="rect">
            <a:avLst/>
          </a:prstGeom>
          <a:solidFill>
            <a:srgbClr val="B5C7EB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6120000" y="2494800"/>
            <a:ext cx="90000" cy="52200"/>
          </a:xfrm>
          <a:prstGeom prst="rect">
            <a:avLst/>
          </a:prstGeom>
          <a:solidFill>
            <a:srgbClr val="7C9DD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6210000" y="2494800"/>
            <a:ext cx="90000" cy="52200"/>
          </a:xfrm>
          <a:prstGeom prst="rect">
            <a:avLst/>
          </a:prstGeom>
          <a:solidFill>
            <a:srgbClr val="82A1D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6300000" y="2494800"/>
            <a:ext cx="90000" cy="52200"/>
          </a:xfrm>
          <a:prstGeom prst="rect">
            <a:avLst/>
          </a:prstGeom>
          <a:solidFill>
            <a:srgbClr val="D2DDF3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6390000" y="2494800"/>
            <a:ext cx="90000" cy="52200"/>
          </a:xfrm>
          <a:prstGeom prst="rect">
            <a:avLst/>
          </a:prstGeom>
          <a:solidFill>
            <a:srgbClr val="CCD9F1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6480000" y="2494800"/>
            <a:ext cx="90000" cy="52200"/>
          </a:xfrm>
          <a:prstGeom prst="rect">
            <a:avLst/>
          </a:prstGeom>
          <a:solidFill>
            <a:srgbClr val="C7D5F0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6030000" y="2547000"/>
            <a:ext cx="90000" cy="52200"/>
          </a:xfrm>
          <a:prstGeom prst="rect">
            <a:avLst/>
          </a:prstGeom>
          <a:solidFill>
            <a:srgbClr val="CEDAF2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6120000" y="2547000"/>
            <a:ext cx="90000" cy="52200"/>
          </a:xfrm>
          <a:prstGeom prst="rect">
            <a:avLst/>
          </a:prstGeom>
          <a:solidFill>
            <a:srgbClr val="A1B9E6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Rectangle 287"/>
          <p:cNvSpPr/>
          <p:nvPr/>
        </p:nvSpPr>
        <p:spPr>
          <a:xfrm>
            <a:off x="6210000" y="2547000"/>
            <a:ext cx="90000" cy="52200"/>
          </a:xfrm>
          <a:prstGeom prst="rect">
            <a:avLst/>
          </a:prstGeom>
          <a:solidFill>
            <a:srgbClr val="CBD8F1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6300000" y="2547000"/>
            <a:ext cx="90000" cy="52200"/>
          </a:xfrm>
          <a:prstGeom prst="rect">
            <a:avLst/>
          </a:prstGeom>
          <a:solidFill>
            <a:srgbClr val="B7C9EB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Rectangle 289"/>
          <p:cNvSpPr/>
          <p:nvPr/>
        </p:nvSpPr>
        <p:spPr>
          <a:xfrm>
            <a:off x="6390000" y="2547000"/>
            <a:ext cx="90000" cy="52200"/>
          </a:xfrm>
          <a:prstGeom prst="rect">
            <a:avLst/>
          </a:prstGeom>
          <a:solidFill>
            <a:srgbClr val="DCE5F5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6480000" y="2547000"/>
            <a:ext cx="90000" cy="52200"/>
          </a:xfrm>
          <a:prstGeom prst="rect">
            <a:avLst/>
          </a:prstGeom>
          <a:solidFill>
            <a:srgbClr val="7799DB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6030000" y="2599200"/>
            <a:ext cx="90000" cy="52200"/>
          </a:xfrm>
          <a:prstGeom prst="rect">
            <a:avLst/>
          </a:prstGeom>
          <a:solidFill>
            <a:srgbClr val="BFCFE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6120000" y="2599200"/>
            <a:ext cx="90000" cy="52200"/>
          </a:xfrm>
          <a:prstGeom prst="rect">
            <a:avLst/>
          </a:prstGeom>
          <a:solidFill>
            <a:srgbClr val="B2C5EA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6210000" y="2599200"/>
            <a:ext cx="90000" cy="52200"/>
          </a:xfrm>
          <a:prstGeom prst="rect">
            <a:avLst/>
          </a:prstGeom>
          <a:solidFill>
            <a:srgbClr val="A1B9E6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6300000" y="2599200"/>
            <a:ext cx="90000" cy="52200"/>
          </a:xfrm>
          <a:prstGeom prst="rect">
            <a:avLst/>
          </a:prstGeom>
          <a:solidFill>
            <a:srgbClr val="789ADB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6390000" y="2599200"/>
            <a:ext cx="90000" cy="52200"/>
          </a:xfrm>
          <a:prstGeom prst="rect">
            <a:avLst/>
          </a:prstGeom>
          <a:solidFill>
            <a:srgbClr val="B6C9EB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6480000" y="2599200"/>
            <a:ext cx="90000" cy="52200"/>
          </a:xfrm>
          <a:prstGeom prst="rect">
            <a:avLst/>
          </a:prstGeom>
          <a:solidFill>
            <a:srgbClr val="7698DA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6030000" y="2651400"/>
            <a:ext cx="90000" cy="52200"/>
          </a:xfrm>
          <a:prstGeom prst="rect">
            <a:avLst/>
          </a:prstGeom>
          <a:solidFill>
            <a:srgbClr val="ACC1E9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6120000" y="2651400"/>
            <a:ext cx="90000" cy="52200"/>
          </a:xfrm>
          <a:prstGeom prst="rect">
            <a:avLst/>
          </a:prstGeom>
          <a:solidFill>
            <a:srgbClr val="A8BEE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6210000" y="2651400"/>
            <a:ext cx="90000" cy="52200"/>
          </a:xfrm>
          <a:prstGeom prst="rect">
            <a:avLst/>
          </a:prstGeom>
          <a:solidFill>
            <a:srgbClr val="A9BFE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6300000" y="2651400"/>
            <a:ext cx="90000" cy="52200"/>
          </a:xfrm>
          <a:prstGeom prst="rect">
            <a:avLst/>
          </a:prstGeom>
          <a:solidFill>
            <a:srgbClr val="EAEFF9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6390000" y="2651400"/>
            <a:ext cx="90000" cy="52200"/>
          </a:xfrm>
          <a:prstGeom prst="rect">
            <a:avLst/>
          </a:prstGeom>
          <a:solidFill>
            <a:srgbClr val="B4C7EB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6480000" y="2651400"/>
            <a:ext cx="90000" cy="52200"/>
          </a:xfrm>
          <a:prstGeom prst="rect">
            <a:avLst/>
          </a:prstGeom>
          <a:solidFill>
            <a:srgbClr val="D5E0F4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6030000" y="2703600"/>
            <a:ext cx="90000" cy="52200"/>
          </a:xfrm>
          <a:prstGeom prst="rect">
            <a:avLst/>
          </a:prstGeom>
          <a:solidFill>
            <a:srgbClr val="ECF1FA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6120000" y="2703600"/>
            <a:ext cx="90000" cy="52200"/>
          </a:xfrm>
          <a:prstGeom prst="rect">
            <a:avLst/>
          </a:prstGeom>
          <a:solidFill>
            <a:srgbClr val="85A4D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ectangle 305"/>
          <p:cNvSpPr/>
          <p:nvPr/>
        </p:nvSpPr>
        <p:spPr>
          <a:xfrm>
            <a:off x="6210000" y="2703600"/>
            <a:ext cx="90000" cy="52200"/>
          </a:xfrm>
          <a:prstGeom prst="rect">
            <a:avLst/>
          </a:prstGeom>
          <a:solidFill>
            <a:srgbClr val="D7E1F4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Rectangle 306"/>
          <p:cNvSpPr/>
          <p:nvPr/>
        </p:nvSpPr>
        <p:spPr>
          <a:xfrm>
            <a:off x="6300000" y="2703600"/>
            <a:ext cx="90000" cy="52200"/>
          </a:xfrm>
          <a:prstGeom prst="rect">
            <a:avLst/>
          </a:prstGeom>
          <a:solidFill>
            <a:srgbClr val="B0C3EA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Rectangle 307"/>
          <p:cNvSpPr/>
          <p:nvPr/>
        </p:nvSpPr>
        <p:spPr>
          <a:xfrm>
            <a:off x="6390000" y="2703600"/>
            <a:ext cx="90000" cy="52200"/>
          </a:xfrm>
          <a:prstGeom prst="rect">
            <a:avLst/>
          </a:prstGeom>
          <a:solidFill>
            <a:srgbClr val="8FABE1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6480000" y="2703600"/>
            <a:ext cx="90000" cy="52200"/>
          </a:xfrm>
          <a:prstGeom prst="rect">
            <a:avLst/>
          </a:prstGeom>
          <a:solidFill>
            <a:srgbClr val="A5BBE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6030000" y="2755800"/>
            <a:ext cx="90000" cy="52200"/>
          </a:xfrm>
          <a:prstGeom prst="rect">
            <a:avLst/>
          </a:prstGeom>
          <a:solidFill>
            <a:srgbClr val="C3D2EF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Rectangle 310"/>
          <p:cNvSpPr/>
          <p:nvPr/>
        </p:nvSpPr>
        <p:spPr>
          <a:xfrm>
            <a:off x="6120000" y="2755800"/>
            <a:ext cx="90000" cy="52200"/>
          </a:xfrm>
          <a:prstGeom prst="rect">
            <a:avLst/>
          </a:prstGeom>
          <a:solidFill>
            <a:srgbClr val="AABFE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ectangle 311"/>
          <p:cNvSpPr/>
          <p:nvPr/>
        </p:nvSpPr>
        <p:spPr>
          <a:xfrm>
            <a:off x="6210000" y="2755800"/>
            <a:ext cx="90000" cy="52200"/>
          </a:xfrm>
          <a:prstGeom prst="rect">
            <a:avLst/>
          </a:prstGeom>
          <a:solidFill>
            <a:srgbClr val="A5BCE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6300000" y="2755800"/>
            <a:ext cx="90000" cy="52200"/>
          </a:xfrm>
          <a:prstGeom prst="rect">
            <a:avLst/>
          </a:prstGeom>
          <a:solidFill>
            <a:srgbClr val="87A5DF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6390000" y="2755800"/>
            <a:ext cx="90000" cy="52200"/>
          </a:xfrm>
          <a:prstGeom prst="rect">
            <a:avLst/>
          </a:prstGeom>
          <a:solidFill>
            <a:srgbClr val="DFE7F6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6480000" y="2755800"/>
            <a:ext cx="90000" cy="52200"/>
          </a:xfrm>
          <a:prstGeom prst="rect">
            <a:avLst/>
          </a:prstGeom>
          <a:solidFill>
            <a:srgbClr val="A4BBE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Rectangle 315"/>
          <p:cNvSpPr/>
          <p:nvPr/>
        </p:nvSpPr>
        <p:spPr>
          <a:xfrm>
            <a:off x="5940000" y="2844000"/>
            <a:ext cx="72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" tIns="7200" rIns="7200" bIns="7200" rtlCol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2854A2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Node feats  X</a:t>
            </a:r>
            <a:endParaRPr sz="780" b="1">
              <a:solidFill>
                <a:srgbClr val="2854A2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282828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[290 × 75]</a:t>
            </a:r>
            <a:endParaRPr sz="780" b="1">
              <a:solidFill>
                <a:srgbClr val="282828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317" name="Rectangle 316"/>
          <p:cNvSpPr/>
          <p:nvPr/>
        </p:nvSpPr>
        <p:spPr>
          <a:xfrm>
            <a:off x="6660000" y="2286000"/>
            <a:ext cx="108000" cy="43500"/>
          </a:xfrm>
          <a:prstGeom prst="rect">
            <a:avLst/>
          </a:prstGeom>
          <a:solidFill>
            <a:srgbClr val="D1DEF4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Rectangle 317"/>
          <p:cNvSpPr/>
          <p:nvPr/>
        </p:nvSpPr>
        <p:spPr>
          <a:xfrm>
            <a:off x="6768000" y="2286000"/>
            <a:ext cx="108000" cy="43500"/>
          </a:xfrm>
          <a:prstGeom prst="rect">
            <a:avLst/>
          </a:prstGeom>
          <a:solidFill>
            <a:srgbClr val="CDDBF3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Rectangle 318"/>
          <p:cNvSpPr/>
          <p:nvPr/>
        </p:nvSpPr>
        <p:spPr>
          <a:xfrm>
            <a:off x="6876000" y="2286000"/>
            <a:ext cx="108000" cy="43500"/>
          </a:xfrm>
          <a:prstGeom prst="rect">
            <a:avLst/>
          </a:prstGeom>
          <a:solidFill>
            <a:srgbClr val="93B1E6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Rectangle 319"/>
          <p:cNvSpPr/>
          <p:nvPr/>
        </p:nvSpPr>
        <p:spPr>
          <a:xfrm>
            <a:off x="6983999" y="2286000"/>
            <a:ext cx="108000" cy="43500"/>
          </a:xfrm>
          <a:prstGeom prst="rect">
            <a:avLst/>
          </a:prstGeom>
          <a:solidFill>
            <a:srgbClr val="B2C8E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Rectangle 320"/>
          <p:cNvSpPr/>
          <p:nvPr/>
        </p:nvSpPr>
        <p:spPr>
          <a:xfrm>
            <a:off x="7092000" y="2286000"/>
            <a:ext cx="108000" cy="43500"/>
          </a:xfrm>
          <a:prstGeom prst="rect">
            <a:avLst/>
          </a:prstGeom>
          <a:solidFill>
            <a:srgbClr val="ACC3EB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Rectangle 321"/>
          <p:cNvSpPr/>
          <p:nvPr/>
        </p:nvSpPr>
        <p:spPr>
          <a:xfrm>
            <a:off x="6660000" y="2329500"/>
            <a:ext cx="108000" cy="43500"/>
          </a:xfrm>
          <a:prstGeom prst="rect">
            <a:avLst/>
          </a:prstGeom>
          <a:solidFill>
            <a:srgbClr val="94B2E6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Rectangle 322"/>
          <p:cNvSpPr/>
          <p:nvPr/>
        </p:nvSpPr>
        <p:spPr>
          <a:xfrm>
            <a:off x="6768000" y="2329500"/>
            <a:ext cx="108000" cy="43500"/>
          </a:xfrm>
          <a:prstGeom prst="rect">
            <a:avLst/>
          </a:prstGeom>
          <a:solidFill>
            <a:srgbClr val="82A5E2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Rectangle 323"/>
          <p:cNvSpPr/>
          <p:nvPr/>
        </p:nvSpPr>
        <p:spPr>
          <a:xfrm>
            <a:off x="6876000" y="2329500"/>
            <a:ext cx="108000" cy="43500"/>
          </a:xfrm>
          <a:prstGeom prst="rect">
            <a:avLst/>
          </a:prstGeom>
          <a:solidFill>
            <a:srgbClr val="BACDEF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Rectangle 324"/>
          <p:cNvSpPr/>
          <p:nvPr/>
        </p:nvSpPr>
        <p:spPr>
          <a:xfrm>
            <a:off x="6983999" y="2329500"/>
            <a:ext cx="108000" cy="43500"/>
          </a:xfrm>
          <a:prstGeom prst="rect">
            <a:avLst/>
          </a:prstGeom>
          <a:solidFill>
            <a:srgbClr val="A6BFEA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Rectangle 325"/>
          <p:cNvSpPr/>
          <p:nvPr/>
        </p:nvSpPr>
        <p:spPr>
          <a:xfrm>
            <a:off x="7092000" y="2329500"/>
            <a:ext cx="108000" cy="43500"/>
          </a:xfrm>
          <a:prstGeom prst="rect">
            <a:avLst/>
          </a:prstGeom>
          <a:solidFill>
            <a:srgbClr val="B2C8E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6660000" y="2373000"/>
            <a:ext cx="108000" cy="43500"/>
          </a:xfrm>
          <a:prstGeom prst="rect">
            <a:avLst/>
          </a:prstGeom>
          <a:solidFill>
            <a:srgbClr val="B1C7E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Rectangle 327"/>
          <p:cNvSpPr/>
          <p:nvPr/>
        </p:nvSpPr>
        <p:spPr>
          <a:xfrm>
            <a:off x="6768000" y="2373000"/>
            <a:ext cx="108000" cy="43500"/>
          </a:xfrm>
          <a:prstGeom prst="rect">
            <a:avLst/>
          </a:prstGeom>
          <a:solidFill>
            <a:srgbClr val="9CB8E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6876000" y="2373000"/>
            <a:ext cx="108000" cy="43500"/>
          </a:xfrm>
          <a:prstGeom prst="rect">
            <a:avLst/>
          </a:prstGeom>
          <a:solidFill>
            <a:srgbClr val="B9CCE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6983999" y="2373000"/>
            <a:ext cx="108000" cy="43500"/>
          </a:xfrm>
          <a:prstGeom prst="rect">
            <a:avLst/>
          </a:prstGeom>
          <a:solidFill>
            <a:srgbClr val="AFC5E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Rectangle 330"/>
          <p:cNvSpPr/>
          <p:nvPr/>
        </p:nvSpPr>
        <p:spPr>
          <a:xfrm>
            <a:off x="7092000" y="2373000"/>
            <a:ext cx="108000" cy="43500"/>
          </a:xfrm>
          <a:prstGeom prst="rect">
            <a:avLst/>
          </a:prstGeom>
          <a:solidFill>
            <a:srgbClr val="B6CAE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6660000" y="2416500"/>
            <a:ext cx="108000" cy="43500"/>
          </a:xfrm>
          <a:prstGeom prst="rect">
            <a:avLst/>
          </a:prstGeom>
          <a:solidFill>
            <a:srgbClr val="7EA2E1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6768000" y="2416500"/>
            <a:ext cx="108000" cy="43500"/>
          </a:xfrm>
          <a:prstGeom prst="rect">
            <a:avLst/>
          </a:prstGeom>
          <a:solidFill>
            <a:srgbClr val="9BB7E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Rectangle 333"/>
          <p:cNvSpPr/>
          <p:nvPr/>
        </p:nvSpPr>
        <p:spPr>
          <a:xfrm>
            <a:off x="6876000" y="2416500"/>
            <a:ext cx="108000" cy="43500"/>
          </a:xfrm>
          <a:prstGeom prst="rect">
            <a:avLst/>
          </a:prstGeom>
          <a:solidFill>
            <a:srgbClr val="86A8E3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6983999" y="2416500"/>
            <a:ext cx="108000" cy="43500"/>
          </a:xfrm>
          <a:prstGeom prst="rect">
            <a:avLst/>
          </a:prstGeom>
          <a:solidFill>
            <a:srgbClr val="7EA2E1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7092000" y="2416500"/>
            <a:ext cx="108000" cy="43500"/>
          </a:xfrm>
          <a:prstGeom prst="rect">
            <a:avLst/>
          </a:prstGeom>
          <a:solidFill>
            <a:srgbClr val="CFDDF4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Rectangle 336"/>
          <p:cNvSpPr/>
          <p:nvPr/>
        </p:nvSpPr>
        <p:spPr>
          <a:xfrm>
            <a:off x="6660000" y="2460000"/>
            <a:ext cx="108000" cy="43500"/>
          </a:xfrm>
          <a:prstGeom prst="rect">
            <a:avLst/>
          </a:prstGeom>
          <a:solidFill>
            <a:srgbClr val="ACC3E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Rectangle 337"/>
          <p:cNvSpPr/>
          <p:nvPr/>
        </p:nvSpPr>
        <p:spPr>
          <a:xfrm>
            <a:off x="6768000" y="2460000"/>
            <a:ext cx="108000" cy="43500"/>
          </a:xfrm>
          <a:prstGeom prst="rect">
            <a:avLst/>
          </a:prstGeom>
          <a:solidFill>
            <a:srgbClr val="7EA2E1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6876000" y="2460000"/>
            <a:ext cx="108000" cy="43500"/>
          </a:xfrm>
          <a:prstGeom prst="rect">
            <a:avLst/>
          </a:prstGeom>
          <a:solidFill>
            <a:srgbClr val="8BABE4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Rectangle 339"/>
          <p:cNvSpPr/>
          <p:nvPr/>
        </p:nvSpPr>
        <p:spPr>
          <a:xfrm>
            <a:off x="6983999" y="2460000"/>
            <a:ext cx="108000" cy="43500"/>
          </a:xfrm>
          <a:prstGeom prst="rect">
            <a:avLst/>
          </a:prstGeom>
          <a:solidFill>
            <a:srgbClr val="DEE7F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Rectangle 340"/>
          <p:cNvSpPr/>
          <p:nvPr/>
        </p:nvSpPr>
        <p:spPr>
          <a:xfrm>
            <a:off x="7092000" y="2460000"/>
            <a:ext cx="108000" cy="43500"/>
          </a:xfrm>
          <a:prstGeom prst="rect">
            <a:avLst/>
          </a:prstGeom>
          <a:solidFill>
            <a:srgbClr val="E0E8F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Rectangle 341"/>
          <p:cNvSpPr/>
          <p:nvPr/>
        </p:nvSpPr>
        <p:spPr>
          <a:xfrm>
            <a:off x="6660000" y="2503500"/>
            <a:ext cx="108000" cy="43500"/>
          </a:xfrm>
          <a:prstGeom prst="rect">
            <a:avLst/>
          </a:prstGeom>
          <a:solidFill>
            <a:srgbClr val="BACDEF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Rectangle 342"/>
          <p:cNvSpPr/>
          <p:nvPr/>
        </p:nvSpPr>
        <p:spPr>
          <a:xfrm>
            <a:off x="6768000" y="2503500"/>
            <a:ext cx="108000" cy="43500"/>
          </a:xfrm>
          <a:prstGeom prst="rect">
            <a:avLst/>
          </a:prstGeom>
          <a:solidFill>
            <a:srgbClr val="E6EDF9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Rectangle 343"/>
          <p:cNvSpPr/>
          <p:nvPr/>
        </p:nvSpPr>
        <p:spPr>
          <a:xfrm>
            <a:off x="6876000" y="2503500"/>
            <a:ext cx="108000" cy="43500"/>
          </a:xfrm>
          <a:prstGeom prst="rect">
            <a:avLst/>
          </a:prstGeom>
          <a:solidFill>
            <a:srgbClr val="D2DEF4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Rectangle 344"/>
          <p:cNvSpPr/>
          <p:nvPr/>
        </p:nvSpPr>
        <p:spPr>
          <a:xfrm>
            <a:off x="6983999" y="2503500"/>
            <a:ext cx="108000" cy="43500"/>
          </a:xfrm>
          <a:prstGeom prst="rect">
            <a:avLst/>
          </a:prstGeom>
          <a:solidFill>
            <a:srgbClr val="E6EDF9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Rectangle 345"/>
          <p:cNvSpPr/>
          <p:nvPr/>
        </p:nvSpPr>
        <p:spPr>
          <a:xfrm>
            <a:off x="7092000" y="2503500"/>
            <a:ext cx="108000" cy="43500"/>
          </a:xfrm>
          <a:prstGeom prst="rect">
            <a:avLst/>
          </a:prstGeom>
          <a:solidFill>
            <a:srgbClr val="9FBAE9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Rectangle 346"/>
          <p:cNvSpPr/>
          <p:nvPr/>
        </p:nvSpPr>
        <p:spPr>
          <a:xfrm>
            <a:off x="6660000" y="2547000"/>
            <a:ext cx="108000" cy="43500"/>
          </a:xfrm>
          <a:prstGeom prst="rect">
            <a:avLst/>
          </a:prstGeom>
          <a:solidFill>
            <a:srgbClr val="91B0E5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Rectangle 347"/>
          <p:cNvSpPr/>
          <p:nvPr/>
        </p:nvSpPr>
        <p:spPr>
          <a:xfrm>
            <a:off x="6768000" y="2547000"/>
            <a:ext cx="108000" cy="43500"/>
          </a:xfrm>
          <a:prstGeom prst="rect">
            <a:avLst/>
          </a:prstGeom>
          <a:solidFill>
            <a:srgbClr val="84A6E2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Rectangle 348"/>
          <p:cNvSpPr/>
          <p:nvPr/>
        </p:nvSpPr>
        <p:spPr>
          <a:xfrm>
            <a:off x="6876000" y="2547000"/>
            <a:ext cx="108000" cy="43500"/>
          </a:xfrm>
          <a:prstGeom prst="rect">
            <a:avLst/>
          </a:prstGeom>
          <a:solidFill>
            <a:srgbClr val="DCE6F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Rectangle 349"/>
          <p:cNvSpPr/>
          <p:nvPr/>
        </p:nvSpPr>
        <p:spPr>
          <a:xfrm>
            <a:off x="6983999" y="2547000"/>
            <a:ext cx="108000" cy="43500"/>
          </a:xfrm>
          <a:prstGeom prst="rect">
            <a:avLst/>
          </a:prstGeom>
          <a:solidFill>
            <a:srgbClr val="99B6E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Rectangle 350"/>
          <p:cNvSpPr/>
          <p:nvPr/>
        </p:nvSpPr>
        <p:spPr>
          <a:xfrm>
            <a:off x="7092000" y="2547000"/>
            <a:ext cx="108000" cy="43500"/>
          </a:xfrm>
          <a:prstGeom prst="rect">
            <a:avLst/>
          </a:prstGeom>
          <a:solidFill>
            <a:srgbClr val="A0BBE9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Rectangle 351"/>
          <p:cNvSpPr/>
          <p:nvPr/>
        </p:nvSpPr>
        <p:spPr>
          <a:xfrm>
            <a:off x="6660000" y="2590500"/>
            <a:ext cx="108000" cy="43500"/>
          </a:xfrm>
          <a:prstGeom prst="rect">
            <a:avLst/>
          </a:prstGeom>
          <a:solidFill>
            <a:srgbClr val="DDE7F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Rectangle 352"/>
          <p:cNvSpPr/>
          <p:nvPr/>
        </p:nvSpPr>
        <p:spPr>
          <a:xfrm>
            <a:off x="6768000" y="2590500"/>
            <a:ext cx="108000" cy="43500"/>
          </a:xfrm>
          <a:prstGeom prst="rect">
            <a:avLst/>
          </a:prstGeom>
          <a:solidFill>
            <a:srgbClr val="85A8E3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Rectangle 353"/>
          <p:cNvSpPr/>
          <p:nvPr/>
        </p:nvSpPr>
        <p:spPr>
          <a:xfrm>
            <a:off x="6876000" y="2590500"/>
            <a:ext cx="108000" cy="43500"/>
          </a:xfrm>
          <a:prstGeom prst="rect">
            <a:avLst/>
          </a:prstGeom>
          <a:solidFill>
            <a:srgbClr val="7BA0E0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Rectangle 354"/>
          <p:cNvSpPr/>
          <p:nvPr/>
        </p:nvSpPr>
        <p:spPr>
          <a:xfrm>
            <a:off x="6983999" y="2590500"/>
            <a:ext cx="108000" cy="43500"/>
          </a:xfrm>
          <a:prstGeom prst="rect">
            <a:avLst/>
          </a:prstGeom>
          <a:solidFill>
            <a:srgbClr val="D4E0F5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Rectangle 355"/>
          <p:cNvSpPr/>
          <p:nvPr/>
        </p:nvSpPr>
        <p:spPr>
          <a:xfrm>
            <a:off x="7092000" y="2590500"/>
            <a:ext cx="108000" cy="43500"/>
          </a:xfrm>
          <a:prstGeom prst="rect">
            <a:avLst/>
          </a:prstGeom>
          <a:solidFill>
            <a:srgbClr val="7DA2E1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Rectangle 356"/>
          <p:cNvSpPr/>
          <p:nvPr/>
        </p:nvSpPr>
        <p:spPr>
          <a:xfrm>
            <a:off x="6660000" y="2634000"/>
            <a:ext cx="108000" cy="43500"/>
          </a:xfrm>
          <a:prstGeom prst="rect">
            <a:avLst/>
          </a:prstGeom>
          <a:solidFill>
            <a:srgbClr val="BFD1F0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Rectangle 357"/>
          <p:cNvSpPr/>
          <p:nvPr/>
        </p:nvSpPr>
        <p:spPr>
          <a:xfrm>
            <a:off x="6768000" y="2634000"/>
            <a:ext cx="108000" cy="43500"/>
          </a:xfrm>
          <a:prstGeom prst="rect">
            <a:avLst/>
          </a:prstGeom>
          <a:solidFill>
            <a:srgbClr val="B4C9E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Rectangle 358"/>
          <p:cNvSpPr/>
          <p:nvPr/>
        </p:nvSpPr>
        <p:spPr>
          <a:xfrm>
            <a:off x="6876000" y="2634000"/>
            <a:ext cx="108000" cy="43500"/>
          </a:xfrm>
          <a:prstGeom prst="rect">
            <a:avLst/>
          </a:prstGeom>
          <a:solidFill>
            <a:srgbClr val="799EE0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Rectangle 359"/>
          <p:cNvSpPr/>
          <p:nvPr/>
        </p:nvSpPr>
        <p:spPr>
          <a:xfrm>
            <a:off x="6983999" y="2634000"/>
            <a:ext cx="108000" cy="43500"/>
          </a:xfrm>
          <a:prstGeom prst="rect">
            <a:avLst/>
          </a:prstGeom>
          <a:solidFill>
            <a:srgbClr val="8BACE4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Rectangle 360"/>
          <p:cNvSpPr/>
          <p:nvPr/>
        </p:nvSpPr>
        <p:spPr>
          <a:xfrm>
            <a:off x="7092000" y="2634000"/>
            <a:ext cx="108000" cy="43500"/>
          </a:xfrm>
          <a:prstGeom prst="rect">
            <a:avLst/>
          </a:prstGeom>
          <a:solidFill>
            <a:srgbClr val="DBE5F6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Rectangle 361"/>
          <p:cNvSpPr/>
          <p:nvPr/>
        </p:nvSpPr>
        <p:spPr>
          <a:xfrm>
            <a:off x="6660000" y="2677500"/>
            <a:ext cx="108000" cy="43500"/>
          </a:xfrm>
          <a:prstGeom prst="rect">
            <a:avLst/>
          </a:prstGeom>
          <a:solidFill>
            <a:srgbClr val="BBCEEF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Rectangle 362"/>
          <p:cNvSpPr/>
          <p:nvPr/>
        </p:nvSpPr>
        <p:spPr>
          <a:xfrm>
            <a:off x="6768000" y="2677500"/>
            <a:ext cx="108000" cy="43500"/>
          </a:xfrm>
          <a:prstGeom prst="rect">
            <a:avLst/>
          </a:prstGeom>
          <a:solidFill>
            <a:srgbClr val="B1C7E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Rectangle 363"/>
          <p:cNvSpPr/>
          <p:nvPr/>
        </p:nvSpPr>
        <p:spPr>
          <a:xfrm>
            <a:off x="6876000" y="2677500"/>
            <a:ext cx="108000" cy="43500"/>
          </a:xfrm>
          <a:prstGeom prst="rect">
            <a:avLst/>
          </a:prstGeom>
          <a:solidFill>
            <a:srgbClr val="C6D6F2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Rectangle 364"/>
          <p:cNvSpPr/>
          <p:nvPr/>
        </p:nvSpPr>
        <p:spPr>
          <a:xfrm>
            <a:off x="6983999" y="2677500"/>
            <a:ext cx="108000" cy="43500"/>
          </a:xfrm>
          <a:prstGeom prst="rect">
            <a:avLst/>
          </a:prstGeom>
          <a:solidFill>
            <a:srgbClr val="D7E2F5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Rectangle 365"/>
          <p:cNvSpPr/>
          <p:nvPr/>
        </p:nvSpPr>
        <p:spPr>
          <a:xfrm>
            <a:off x="7092000" y="2677500"/>
            <a:ext cx="108000" cy="43500"/>
          </a:xfrm>
          <a:prstGeom prst="rect">
            <a:avLst/>
          </a:prstGeom>
          <a:solidFill>
            <a:srgbClr val="C8D8F2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Rectangle 366"/>
          <p:cNvSpPr/>
          <p:nvPr/>
        </p:nvSpPr>
        <p:spPr>
          <a:xfrm>
            <a:off x="6660000" y="2721000"/>
            <a:ext cx="108000" cy="43500"/>
          </a:xfrm>
          <a:prstGeom prst="rect">
            <a:avLst/>
          </a:prstGeom>
          <a:solidFill>
            <a:srgbClr val="99B5E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Rectangle 367"/>
          <p:cNvSpPr/>
          <p:nvPr/>
        </p:nvSpPr>
        <p:spPr>
          <a:xfrm>
            <a:off x="6768000" y="2721000"/>
            <a:ext cx="108000" cy="43500"/>
          </a:xfrm>
          <a:prstGeom prst="rect">
            <a:avLst/>
          </a:prstGeom>
          <a:solidFill>
            <a:srgbClr val="ECF1FA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Rectangle 368"/>
          <p:cNvSpPr/>
          <p:nvPr/>
        </p:nvSpPr>
        <p:spPr>
          <a:xfrm>
            <a:off x="6876000" y="2721000"/>
            <a:ext cx="108000" cy="43500"/>
          </a:xfrm>
          <a:prstGeom prst="rect">
            <a:avLst/>
          </a:prstGeom>
          <a:solidFill>
            <a:srgbClr val="ACC4E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Rectangle 369"/>
          <p:cNvSpPr/>
          <p:nvPr/>
        </p:nvSpPr>
        <p:spPr>
          <a:xfrm>
            <a:off x="6983999" y="2721000"/>
            <a:ext cx="108000" cy="43500"/>
          </a:xfrm>
          <a:prstGeom prst="rect">
            <a:avLst/>
          </a:prstGeom>
          <a:solidFill>
            <a:srgbClr val="BACDEF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Rectangle 370"/>
          <p:cNvSpPr/>
          <p:nvPr/>
        </p:nvSpPr>
        <p:spPr>
          <a:xfrm>
            <a:off x="7092000" y="2721000"/>
            <a:ext cx="108000" cy="43500"/>
          </a:xfrm>
          <a:prstGeom prst="rect">
            <a:avLst/>
          </a:prstGeom>
          <a:solidFill>
            <a:srgbClr val="ECF1FA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6660000" y="2764500"/>
            <a:ext cx="108000" cy="43500"/>
          </a:xfrm>
          <a:prstGeom prst="rect">
            <a:avLst/>
          </a:prstGeom>
          <a:solidFill>
            <a:srgbClr val="C7D7F2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Rectangle 372"/>
          <p:cNvSpPr/>
          <p:nvPr/>
        </p:nvSpPr>
        <p:spPr>
          <a:xfrm>
            <a:off x="6768000" y="2764500"/>
            <a:ext cx="108000" cy="43500"/>
          </a:xfrm>
          <a:prstGeom prst="rect">
            <a:avLst/>
          </a:prstGeom>
          <a:solidFill>
            <a:srgbClr val="A4BEEA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Rectangle 373"/>
          <p:cNvSpPr/>
          <p:nvPr/>
        </p:nvSpPr>
        <p:spPr>
          <a:xfrm>
            <a:off x="6876000" y="2764500"/>
            <a:ext cx="108000" cy="43500"/>
          </a:xfrm>
          <a:prstGeom prst="rect">
            <a:avLst/>
          </a:prstGeom>
          <a:solidFill>
            <a:srgbClr val="B1C7E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6983999" y="2764500"/>
            <a:ext cx="108000" cy="43500"/>
          </a:xfrm>
          <a:prstGeom prst="rect">
            <a:avLst/>
          </a:prstGeom>
          <a:solidFill>
            <a:srgbClr val="E7EDF9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Rectangle 375"/>
          <p:cNvSpPr/>
          <p:nvPr/>
        </p:nvSpPr>
        <p:spPr>
          <a:xfrm>
            <a:off x="7092000" y="2764500"/>
            <a:ext cx="108000" cy="43500"/>
          </a:xfrm>
          <a:prstGeom prst="rect">
            <a:avLst/>
          </a:prstGeom>
          <a:solidFill>
            <a:srgbClr val="799FE0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Rectangle 376"/>
          <p:cNvSpPr/>
          <p:nvPr/>
        </p:nvSpPr>
        <p:spPr>
          <a:xfrm>
            <a:off x="6570000" y="2844000"/>
            <a:ext cx="72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" tIns="7200" rIns="7200" bIns="7200" rtlCol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2854A2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Edge feats  E</a:t>
            </a:r>
            <a:endParaRPr sz="780" b="1">
              <a:solidFill>
                <a:srgbClr val="2854A2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282828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[E × 12]</a:t>
            </a:r>
            <a:endParaRPr sz="780" b="1">
              <a:solidFill>
                <a:srgbClr val="282828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378" name="Rectangle 377"/>
          <p:cNvSpPr/>
          <p:nvPr/>
        </p:nvSpPr>
        <p:spPr>
          <a:xfrm>
            <a:off x="7308000" y="2286000"/>
            <a:ext cx="47454" cy="47454"/>
          </a:xfrm>
          <a:prstGeom prst="rect">
            <a:avLst/>
          </a:prstGeom>
          <a:solidFill>
            <a:srgbClr val="6C91D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Rectangle 378"/>
          <p:cNvSpPr/>
          <p:nvPr/>
        </p:nvSpPr>
        <p:spPr>
          <a:xfrm>
            <a:off x="7355454" y="2286000"/>
            <a:ext cx="47454" cy="47454"/>
          </a:xfrm>
          <a:prstGeom prst="rect">
            <a:avLst/>
          </a:prstGeom>
          <a:solidFill>
            <a:srgbClr val="ECF0F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Rectangle 379"/>
          <p:cNvSpPr/>
          <p:nvPr/>
        </p:nvSpPr>
        <p:spPr>
          <a:xfrm>
            <a:off x="7402909" y="2286000"/>
            <a:ext cx="47454" cy="47454"/>
          </a:xfrm>
          <a:prstGeom prst="rect">
            <a:avLst/>
          </a:prstGeom>
          <a:solidFill>
            <a:srgbClr val="ECF0F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7450363" y="2286000"/>
            <a:ext cx="47454" cy="47454"/>
          </a:xfrm>
          <a:prstGeom prst="rect">
            <a:avLst/>
          </a:prstGeom>
          <a:solidFill>
            <a:srgbClr val="6C91D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Rectangle 381"/>
          <p:cNvSpPr/>
          <p:nvPr/>
        </p:nvSpPr>
        <p:spPr>
          <a:xfrm>
            <a:off x="7497818" y="2286000"/>
            <a:ext cx="47454" cy="47454"/>
          </a:xfrm>
          <a:prstGeom prst="rect">
            <a:avLst/>
          </a:prstGeom>
          <a:solidFill>
            <a:srgbClr val="ECF0F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Rectangle 382"/>
          <p:cNvSpPr/>
          <p:nvPr/>
        </p:nvSpPr>
        <p:spPr>
          <a:xfrm>
            <a:off x="7545272" y="2286000"/>
            <a:ext cx="47454" cy="47454"/>
          </a:xfrm>
          <a:prstGeom prst="rect">
            <a:avLst/>
          </a:prstGeom>
          <a:solidFill>
            <a:srgbClr val="6C91D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Rectangle 383"/>
          <p:cNvSpPr/>
          <p:nvPr/>
        </p:nvSpPr>
        <p:spPr>
          <a:xfrm>
            <a:off x="7592727" y="2286000"/>
            <a:ext cx="47454" cy="47454"/>
          </a:xfrm>
          <a:prstGeom prst="rect">
            <a:avLst/>
          </a:prstGeom>
          <a:solidFill>
            <a:srgbClr val="ECF0F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Rectangle 384"/>
          <p:cNvSpPr/>
          <p:nvPr/>
        </p:nvSpPr>
        <p:spPr>
          <a:xfrm>
            <a:off x="7640181" y="2286000"/>
            <a:ext cx="47454" cy="47454"/>
          </a:xfrm>
          <a:prstGeom prst="rect">
            <a:avLst/>
          </a:prstGeom>
          <a:solidFill>
            <a:srgbClr val="ECF0F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Rectangle 385"/>
          <p:cNvSpPr/>
          <p:nvPr/>
        </p:nvSpPr>
        <p:spPr>
          <a:xfrm>
            <a:off x="7687636" y="2286000"/>
            <a:ext cx="47454" cy="47454"/>
          </a:xfrm>
          <a:prstGeom prst="rect">
            <a:avLst/>
          </a:prstGeom>
          <a:solidFill>
            <a:srgbClr val="6C91D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Rectangle 386"/>
          <p:cNvSpPr/>
          <p:nvPr/>
        </p:nvSpPr>
        <p:spPr>
          <a:xfrm>
            <a:off x="7735090" y="2286000"/>
            <a:ext cx="47454" cy="47454"/>
          </a:xfrm>
          <a:prstGeom prst="rect">
            <a:avLst/>
          </a:prstGeom>
          <a:solidFill>
            <a:srgbClr val="ECF0F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Rectangle 387"/>
          <p:cNvSpPr/>
          <p:nvPr/>
        </p:nvSpPr>
        <p:spPr>
          <a:xfrm>
            <a:off x="7782545" y="2286000"/>
            <a:ext cx="47454" cy="47454"/>
          </a:xfrm>
          <a:prstGeom prst="rect">
            <a:avLst/>
          </a:prstGeom>
          <a:solidFill>
            <a:srgbClr val="ECF0F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Rectangle 388"/>
          <p:cNvSpPr/>
          <p:nvPr/>
        </p:nvSpPr>
        <p:spPr>
          <a:xfrm>
            <a:off x="7308000" y="2333454"/>
            <a:ext cx="47454" cy="47454"/>
          </a:xfrm>
          <a:prstGeom prst="rect">
            <a:avLst/>
          </a:prstGeom>
          <a:solidFill>
            <a:srgbClr val="ECF0F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Rectangle 389"/>
          <p:cNvSpPr/>
          <p:nvPr/>
        </p:nvSpPr>
        <p:spPr>
          <a:xfrm>
            <a:off x="7355454" y="2333454"/>
            <a:ext cx="47454" cy="47454"/>
          </a:xfrm>
          <a:prstGeom prst="rect">
            <a:avLst/>
          </a:prstGeom>
          <a:solidFill>
            <a:srgbClr val="6C91D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Rectangle 390"/>
          <p:cNvSpPr/>
          <p:nvPr/>
        </p:nvSpPr>
        <p:spPr>
          <a:xfrm>
            <a:off x="7402909" y="2333454"/>
            <a:ext cx="47454" cy="47454"/>
          </a:xfrm>
          <a:prstGeom prst="rect">
            <a:avLst/>
          </a:prstGeom>
          <a:solidFill>
            <a:srgbClr val="ECF0F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Rectangle 391"/>
          <p:cNvSpPr/>
          <p:nvPr/>
        </p:nvSpPr>
        <p:spPr>
          <a:xfrm>
            <a:off x="7450363" y="2333454"/>
            <a:ext cx="47454" cy="47454"/>
          </a:xfrm>
          <a:prstGeom prst="rect">
            <a:avLst/>
          </a:prstGeom>
          <a:solidFill>
            <a:srgbClr val="ECF0F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Rectangle 392"/>
          <p:cNvSpPr/>
          <p:nvPr/>
        </p:nvSpPr>
        <p:spPr>
          <a:xfrm>
            <a:off x="7497818" y="2333454"/>
            <a:ext cx="47454" cy="47454"/>
          </a:xfrm>
          <a:prstGeom prst="rect">
            <a:avLst/>
          </a:prstGeom>
          <a:solidFill>
            <a:srgbClr val="6C91D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Rectangle 393"/>
          <p:cNvSpPr/>
          <p:nvPr/>
        </p:nvSpPr>
        <p:spPr>
          <a:xfrm>
            <a:off x="7545272" y="2333454"/>
            <a:ext cx="47454" cy="47454"/>
          </a:xfrm>
          <a:prstGeom prst="rect">
            <a:avLst/>
          </a:prstGeom>
          <a:solidFill>
            <a:srgbClr val="ECF0F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Rectangle 394"/>
          <p:cNvSpPr/>
          <p:nvPr/>
        </p:nvSpPr>
        <p:spPr>
          <a:xfrm>
            <a:off x="7592727" y="2333454"/>
            <a:ext cx="47454" cy="47454"/>
          </a:xfrm>
          <a:prstGeom prst="rect">
            <a:avLst/>
          </a:prstGeom>
          <a:solidFill>
            <a:srgbClr val="ECF0F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Rectangle 395"/>
          <p:cNvSpPr/>
          <p:nvPr/>
        </p:nvSpPr>
        <p:spPr>
          <a:xfrm>
            <a:off x="7640181" y="2333454"/>
            <a:ext cx="47454" cy="47454"/>
          </a:xfrm>
          <a:prstGeom prst="rect">
            <a:avLst/>
          </a:prstGeom>
          <a:solidFill>
            <a:srgbClr val="ECF0F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Rectangle 396"/>
          <p:cNvSpPr/>
          <p:nvPr/>
        </p:nvSpPr>
        <p:spPr>
          <a:xfrm>
            <a:off x="7687636" y="2333454"/>
            <a:ext cx="47454" cy="47454"/>
          </a:xfrm>
          <a:prstGeom prst="rect">
            <a:avLst/>
          </a:prstGeom>
          <a:solidFill>
            <a:srgbClr val="6C91D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Rectangle 397"/>
          <p:cNvSpPr/>
          <p:nvPr/>
        </p:nvSpPr>
        <p:spPr>
          <a:xfrm>
            <a:off x="7735090" y="2333454"/>
            <a:ext cx="47454" cy="47454"/>
          </a:xfrm>
          <a:prstGeom prst="rect">
            <a:avLst/>
          </a:prstGeom>
          <a:solidFill>
            <a:srgbClr val="6C91D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Rectangle 398"/>
          <p:cNvSpPr/>
          <p:nvPr/>
        </p:nvSpPr>
        <p:spPr>
          <a:xfrm>
            <a:off x="7782545" y="2333454"/>
            <a:ext cx="47454" cy="47454"/>
          </a:xfrm>
          <a:prstGeom prst="rect">
            <a:avLst/>
          </a:prstGeom>
          <a:solidFill>
            <a:srgbClr val="ECF0F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Rectangle 399"/>
          <p:cNvSpPr/>
          <p:nvPr/>
        </p:nvSpPr>
        <p:spPr>
          <a:xfrm>
            <a:off x="7308000" y="2380909"/>
            <a:ext cx="47454" cy="47454"/>
          </a:xfrm>
          <a:prstGeom prst="rect">
            <a:avLst/>
          </a:prstGeom>
          <a:solidFill>
            <a:srgbClr val="ECF0F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Rectangle 400"/>
          <p:cNvSpPr/>
          <p:nvPr/>
        </p:nvSpPr>
        <p:spPr>
          <a:xfrm>
            <a:off x="7355454" y="2380909"/>
            <a:ext cx="47454" cy="47454"/>
          </a:xfrm>
          <a:prstGeom prst="rect">
            <a:avLst/>
          </a:prstGeom>
          <a:solidFill>
            <a:srgbClr val="ECF0F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Rectangle 401"/>
          <p:cNvSpPr/>
          <p:nvPr/>
        </p:nvSpPr>
        <p:spPr>
          <a:xfrm>
            <a:off x="7402909" y="2380909"/>
            <a:ext cx="47454" cy="47454"/>
          </a:xfrm>
          <a:prstGeom prst="rect">
            <a:avLst/>
          </a:prstGeom>
          <a:solidFill>
            <a:srgbClr val="6C91D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Rectangle 402"/>
          <p:cNvSpPr/>
          <p:nvPr/>
        </p:nvSpPr>
        <p:spPr>
          <a:xfrm>
            <a:off x="7450363" y="2380909"/>
            <a:ext cx="47454" cy="47454"/>
          </a:xfrm>
          <a:prstGeom prst="rect">
            <a:avLst/>
          </a:prstGeom>
          <a:solidFill>
            <a:srgbClr val="ECF0F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Rectangle 403"/>
          <p:cNvSpPr/>
          <p:nvPr/>
        </p:nvSpPr>
        <p:spPr>
          <a:xfrm>
            <a:off x="7497818" y="2380909"/>
            <a:ext cx="47454" cy="47454"/>
          </a:xfrm>
          <a:prstGeom prst="rect">
            <a:avLst/>
          </a:prstGeom>
          <a:solidFill>
            <a:srgbClr val="6C91D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Rectangle 404"/>
          <p:cNvSpPr/>
          <p:nvPr/>
        </p:nvSpPr>
        <p:spPr>
          <a:xfrm>
            <a:off x="7545272" y="2380909"/>
            <a:ext cx="47454" cy="47454"/>
          </a:xfrm>
          <a:prstGeom prst="rect">
            <a:avLst/>
          </a:prstGeom>
          <a:solidFill>
            <a:srgbClr val="ECF0F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Rectangle 405"/>
          <p:cNvSpPr/>
          <p:nvPr/>
        </p:nvSpPr>
        <p:spPr>
          <a:xfrm>
            <a:off x="7592727" y="2380909"/>
            <a:ext cx="47454" cy="47454"/>
          </a:xfrm>
          <a:prstGeom prst="rect">
            <a:avLst/>
          </a:prstGeom>
          <a:solidFill>
            <a:srgbClr val="ECF0F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Rectangle 406"/>
          <p:cNvSpPr/>
          <p:nvPr/>
        </p:nvSpPr>
        <p:spPr>
          <a:xfrm>
            <a:off x="7640181" y="2380909"/>
            <a:ext cx="47454" cy="47454"/>
          </a:xfrm>
          <a:prstGeom prst="rect">
            <a:avLst/>
          </a:prstGeom>
          <a:solidFill>
            <a:srgbClr val="ECF0F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Rectangle 407"/>
          <p:cNvSpPr/>
          <p:nvPr/>
        </p:nvSpPr>
        <p:spPr>
          <a:xfrm>
            <a:off x="7687636" y="2380909"/>
            <a:ext cx="47454" cy="47454"/>
          </a:xfrm>
          <a:prstGeom prst="rect">
            <a:avLst/>
          </a:prstGeom>
          <a:solidFill>
            <a:srgbClr val="6C91D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Rectangle 408"/>
          <p:cNvSpPr/>
          <p:nvPr/>
        </p:nvSpPr>
        <p:spPr>
          <a:xfrm>
            <a:off x="7735090" y="2380909"/>
            <a:ext cx="47454" cy="47454"/>
          </a:xfrm>
          <a:prstGeom prst="rect">
            <a:avLst/>
          </a:prstGeom>
          <a:solidFill>
            <a:srgbClr val="ECF0F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Rectangle 409"/>
          <p:cNvSpPr/>
          <p:nvPr/>
        </p:nvSpPr>
        <p:spPr>
          <a:xfrm>
            <a:off x="7782545" y="2380909"/>
            <a:ext cx="47454" cy="47454"/>
          </a:xfrm>
          <a:prstGeom prst="rect">
            <a:avLst/>
          </a:prstGeom>
          <a:solidFill>
            <a:srgbClr val="6C91D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Rectangle 410"/>
          <p:cNvSpPr/>
          <p:nvPr/>
        </p:nvSpPr>
        <p:spPr>
          <a:xfrm>
            <a:off x="7308000" y="2428363"/>
            <a:ext cx="47454" cy="47454"/>
          </a:xfrm>
          <a:prstGeom prst="rect">
            <a:avLst/>
          </a:prstGeom>
          <a:solidFill>
            <a:srgbClr val="6C91D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Rectangle 411"/>
          <p:cNvSpPr/>
          <p:nvPr/>
        </p:nvSpPr>
        <p:spPr>
          <a:xfrm>
            <a:off x="7355454" y="2428363"/>
            <a:ext cx="47454" cy="47454"/>
          </a:xfrm>
          <a:prstGeom prst="rect">
            <a:avLst/>
          </a:prstGeom>
          <a:solidFill>
            <a:srgbClr val="ECF0F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Rectangle 412"/>
          <p:cNvSpPr/>
          <p:nvPr/>
        </p:nvSpPr>
        <p:spPr>
          <a:xfrm>
            <a:off x="7402909" y="2428363"/>
            <a:ext cx="47454" cy="47454"/>
          </a:xfrm>
          <a:prstGeom prst="rect">
            <a:avLst/>
          </a:prstGeom>
          <a:solidFill>
            <a:srgbClr val="ECF0F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Rectangle 413"/>
          <p:cNvSpPr/>
          <p:nvPr/>
        </p:nvSpPr>
        <p:spPr>
          <a:xfrm>
            <a:off x="7450363" y="2428363"/>
            <a:ext cx="47454" cy="47454"/>
          </a:xfrm>
          <a:prstGeom prst="rect">
            <a:avLst/>
          </a:prstGeom>
          <a:solidFill>
            <a:srgbClr val="6C91D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Rectangle 414"/>
          <p:cNvSpPr/>
          <p:nvPr/>
        </p:nvSpPr>
        <p:spPr>
          <a:xfrm>
            <a:off x="7497818" y="2428363"/>
            <a:ext cx="47454" cy="47454"/>
          </a:xfrm>
          <a:prstGeom prst="rect">
            <a:avLst/>
          </a:prstGeom>
          <a:solidFill>
            <a:srgbClr val="ECF0F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Rectangle 415"/>
          <p:cNvSpPr/>
          <p:nvPr/>
        </p:nvSpPr>
        <p:spPr>
          <a:xfrm>
            <a:off x="7545272" y="2428363"/>
            <a:ext cx="47454" cy="47454"/>
          </a:xfrm>
          <a:prstGeom prst="rect">
            <a:avLst/>
          </a:prstGeom>
          <a:solidFill>
            <a:srgbClr val="ECF0F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Rectangle 416"/>
          <p:cNvSpPr/>
          <p:nvPr/>
        </p:nvSpPr>
        <p:spPr>
          <a:xfrm>
            <a:off x="7592727" y="2428363"/>
            <a:ext cx="47454" cy="47454"/>
          </a:xfrm>
          <a:prstGeom prst="rect">
            <a:avLst/>
          </a:prstGeom>
          <a:solidFill>
            <a:srgbClr val="ECF0F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Rectangle 417"/>
          <p:cNvSpPr/>
          <p:nvPr/>
        </p:nvSpPr>
        <p:spPr>
          <a:xfrm>
            <a:off x="7640181" y="2428363"/>
            <a:ext cx="47454" cy="47454"/>
          </a:xfrm>
          <a:prstGeom prst="rect">
            <a:avLst/>
          </a:prstGeom>
          <a:solidFill>
            <a:srgbClr val="ECF0F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Rectangle 418"/>
          <p:cNvSpPr/>
          <p:nvPr/>
        </p:nvSpPr>
        <p:spPr>
          <a:xfrm>
            <a:off x="7687636" y="2428363"/>
            <a:ext cx="47454" cy="47454"/>
          </a:xfrm>
          <a:prstGeom prst="rect">
            <a:avLst/>
          </a:prstGeom>
          <a:solidFill>
            <a:srgbClr val="ECF0F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Rectangle 419"/>
          <p:cNvSpPr/>
          <p:nvPr/>
        </p:nvSpPr>
        <p:spPr>
          <a:xfrm>
            <a:off x="7735090" y="2428363"/>
            <a:ext cx="47454" cy="47454"/>
          </a:xfrm>
          <a:prstGeom prst="rect">
            <a:avLst/>
          </a:prstGeom>
          <a:solidFill>
            <a:srgbClr val="ECF0F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Rectangle 420"/>
          <p:cNvSpPr/>
          <p:nvPr/>
        </p:nvSpPr>
        <p:spPr>
          <a:xfrm>
            <a:off x="7782545" y="2428363"/>
            <a:ext cx="47454" cy="47454"/>
          </a:xfrm>
          <a:prstGeom prst="rect">
            <a:avLst/>
          </a:prstGeom>
          <a:solidFill>
            <a:srgbClr val="6C91D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Rectangle 421"/>
          <p:cNvSpPr/>
          <p:nvPr/>
        </p:nvSpPr>
        <p:spPr>
          <a:xfrm>
            <a:off x="7308000" y="2475818"/>
            <a:ext cx="47454" cy="47454"/>
          </a:xfrm>
          <a:prstGeom prst="rect">
            <a:avLst/>
          </a:prstGeom>
          <a:solidFill>
            <a:srgbClr val="ECF0F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Rectangle 422"/>
          <p:cNvSpPr/>
          <p:nvPr/>
        </p:nvSpPr>
        <p:spPr>
          <a:xfrm>
            <a:off x="7355454" y="2475818"/>
            <a:ext cx="47454" cy="47454"/>
          </a:xfrm>
          <a:prstGeom prst="rect">
            <a:avLst/>
          </a:prstGeom>
          <a:solidFill>
            <a:srgbClr val="6C91D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Rectangle 423"/>
          <p:cNvSpPr/>
          <p:nvPr/>
        </p:nvSpPr>
        <p:spPr>
          <a:xfrm>
            <a:off x="7402909" y="2475818"/>
            <a:ext cx="47454" cy="47454"/>
          </a:xfrm>
          <a:prstGeom prst="rect">
            <a:avLst/>
          </a:prstGeom>
          <a:solidFill>
            <a:srgbClr val="6C91D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Rectangle 424"/>
          <p:cNvSpPr/>
          <p:nvPr/>
        </p:nvSpPr>
        <p:spPr>
          <a:xfrm>
            <a:off x="7450363" y="2475818"/>
            <a:ext cx="47454" cy="47454"/>
          </a:xfrm>
          <a:prstGeom prst="rect">
            <a:avLst/>
          </a:prstGeom>
          <a:solidFill>
            <a:srgbClr val="ECF0F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Rectangle 425"/>
          <p:cNvSpPr/>
          <p:nvPr/>
        </p:nvSpPr>
        <p:spPr>
          <a:xfrm>
            <a:off x="7497818" y="2475818"/>
            <a:ext cx="47454" cy="47454"/>
          </a:xfrm>
          <a:prstGeom prst="rect">
            <a:avLst/>
          </a:prstGeom>
          <a:solidFill>
            <a:srgbClr val="6C91D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Rectangle 426"/>
          <p:cNvSpPr/>
          <p:nvPr/>
        </p:nvSpPr>
        <p:spPr>
          <a:xfrm>
            <a:off x="7545272" y="2475818"/>
            <a:ext cx="47454" cy="47454"/>
          </a:xfrm>
          <a:prstGeom prst="rect">
            <a:avLst/>
          </a:prstGeom>
          <a:solidFill>
            <a:srgbClr val="ECF0F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Rectangle 427"/>
          <p:cNvSpPr/>
          <p:nvPr/>
        </p:nvSpPr>
        <p:spPr>
          <a:xfrm>
            <a:off x="7592727" y="2475818"/>
            <a:ext cx="47454" cy="47454"/>
          </a:xfrm>
          <a:prstGeom prst="rect">
            <a:avLst/>
          </a:prstGeom>
          <a:solidFill>
            <a:srgbClr val="ECF0F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Rectangle 428"/>
          <p:cNvSpPr/>
          <p:nvPr/>
        </p:nvSpPr>
        <p:spPr>
          <a:xfrm>
            <a:off x="7640181" y="2475818"/>
            <a:ext cx="47454" cy="47454"/>
          </a:xfrm>
          <a:prstGeom prst="rect">
            <a:avLst/>
          </a:prstGeom>
          <a:solidFill>
            <a:srgbClr val="6C91D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Rectangle 429"/>
          <p:cNvSpPr/>
          <p:nvPr/>
        </p:nvSpPr>
        <p:spPr>
          <a:xfrm>
            <a:off x="7687636" y="2475818"/>
            <a:ext cx="47454" cy="47454"/>
          </a:xfrm>
          <a:prstGeom prst="rect">
            <a:avLst/>
          </a:prstGeom>
          <a:solidFill>
            <a:srgbClr val="6C91D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Rectangle 430"/>
          <p:cNvSpPr/>
          <p:nvPr/>
        </p:nvSpPr>
        <p:spPr>
          <a:xfrm>
            <a:off x="7735090" y="2475818"/>
            <a:ext cx="47454" cy="47454"/>
          </a:xfrm>
          <a:prstGeom prst="rect">
            <a:avLst/>
          </a:prstGeom>
          <a:solidFill>
            <a:srgbClr val="6C91D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Rectangle 431"/>
          <p:cNvSpPr/>
          <p:nvPr/>
        </p:nvSpPr>
        <p:spPr>
          <a:xfrm>
            <a:off x="7782545" y="2475818"/>
            <a:ext cx="47454" cy="47454"/>
          </a:xfrm>
          <a:prstGeom prst="rect">
            <a:avLst/>
          </a:prstGeom>
          <a:solidFill>
            <a:srgbClr val="ECF0F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Rectangle 432"/>
          <p:cNvSpPr/>
          <p:nvPr/>
        </p:nvSpPr>
        <p:spPr>
          <a:xfrm>
            <a:off x="7308000" y="2523272"/>
            <a:ext cx="47454" cy="47454"/>
          </a:xfrm>
          <a:prstGeom prst="rect">
            <a:avLst/>
          </a:prstGeom>
          <a:solidFill>
            <a:srgbClr val="6C91D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Rectangle 433"/>
          <p:cNvSpPr/>
          <p:nvPr/>
        </p:nvSpPr>
        <p:spPr>
          <a:xfrm>
            <a:off x="7355454" y="2523272"/>
            <a:ext cx="47454" cy="47454"/>
          </a:xfrm>
          <a:prstGeom prst="rect">
            <a:avLst/>
          </a:prstGeom>
          <a:solidFill>
            <a:srgbClr val="ECF0F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Rectangle 434"/>
          <p:cNvSpPr/>
          <p:nvPr/>
        </p:nvSpPr>
        <p:spPr>
          <a:xfrm>
            <a:off x="7402909" y="2523272"/>
            <a:ext cx="47454" cy="47454"/>
          </a:xfrm>
          <a:prstGeom prst="rect">
            <a:avLst/>
          </a:prstGeom>
          <a:solidFill>
            <a:srgbClr val="ECF0F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Rectangle 435"/>
          <p:cNvSpPr/>
          <p:nvPr/>
        </p:nvSpPr>
        <p:spPr>
          <a:xfrm>
            <a:off x="7450363" y="2523272"/>
            <a:ext cx="47454" cy="47454"/>
          </a:xfrm>
          <a:prstGeom prst="rect">
            <a:avLst/>
          </a:prstGeom>
          <a:solidFill>
            <a:srgbClr val="ECF0F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Rectangle 436"/>
          <p:cNvSpPr/>
          <p:nvPr/>
        </p:nvSpPr>
        <p:spPr>
          <a:xfrm>
            <a:off x="7497818" y="2523272"/>
            <a:ext cx="47454" cy="47454"/>
          </a:xfrm>
          <a:prstGeom prst="rect">
            <a:avLst/>
          </a:prstGeom>
          <a:solidFill>
            <a:srgbClr val="ECF0F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Rectangle 437"/>
          <p:cNvSpPr/>
          <p:nvPr/>
        </p:nvSpPr>
        <p:spPr>
          <a:xfrm>
            <a:off x="7545272" y="2523272"/>
            <a:ext cx="47454" cy="47454"/>
          </a:xfrm>
          <a:prstGeom prst="rect">
            <a:avLst/>
          </a:prstGeom>
          <a:solidFill>
            <a:srgbClr val="6C91D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Rectangle 438"/>
          <p:cNvSpPr/>
          <p:nvPr/>
        </p:nvSpPr>
        <p:spPr>
          <a:xfrm>
            <a:off x="7592727" y="2523272"/>
            <a:ext cx="47454" cy="47454"/>
          </a:xfrm>
          <a:prstGeom prst="rect">
            <a:avLst/>
          </a:prstGeom>
          <a:solidFill>
            <a:srgbClr val="ECF0F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Rectangle 439"/>
          <p:cNvSpPr/>
          <p:nvPr/>
        </p:nvSpPr>
        <p:spPr>
          <a:xfrm>
            <a:off x="7640181" y="2523272"/>
            <a:ext cx="47454" cy="47454"/>
          </a:xfrm>
          <a:prstGeom prst="rect">
            <a:avLst/>
          </a:prstGeom>
          <a:solidFill>
            <a:srgbClr val="ECF0F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Rectangle 440"/>
          <p:cNvSpPr/>
          <p:nvPr/>
        </p:nvSpPr>
        <p:spPr>
          <a:xfrm>
            <a:off x="7687636" y="2523272"/>
            <a:ext cx="47454" cy="47454"/>
          </a:xfrm>
          <a:prstGeom prst="rect">
            <a:avLst/>
          </a:prstGeom>
          <a:solidFill>
            <a:srgbClr val="ECF0F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Rectangle 441"/>
          <p:cNvSpPr/>
          <p:nvPr/>
        </p:nvSpPr>
        <p:spPr>
          <a:xfrm>
            <a:off x="7735090" y="2523272"/>
            <a:ext cx="47454" cy="47454"/>
          </a:xfrm>
          <a:prstGeom prst="rect">
            <a:avLst/>
          </a:prstGeom>
          <a:solidFill>
            <a:srgbClr val="ECF0F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Rectangle 442"/>
          <p:cNvSpPr/>
          <p:nvPr/>
        </p:nvSpPr>
        <p:spPr>
          <a:xfrm>
            <a:off x="7782545" y="2523272"/>
            <a:ext cx="47454" cy="47454"/>
          </a:xfrm>
          <a:prstGeom prst="rect">
            <a:avLst/>
          </a:prstGeom>
          <a:solidFill>
            <a:srgbClr val="ECF0F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Rectangle 443"/>
          <p:cNvSpPr/>
          <p:nvPr/>
        </p:nvSpPr>
        <p:spPr>
          <a:xfrm>
            <a:off x="7308000" y="2570727"/>
            <a:ext cx="47454" cy="47454"/>
          </a:xfrm>
          <a:prstGeom prst="rect">
            <a:avLst/>
          </a:prstGeom>
          <a:solidFill>
            <a:srgbClr val="ECF0F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Rectangle 444"/>
          <p:cNvSpPr/>
          <p:nvPr/>
        </p:nvSpPr>
        <p:spPr>
          <a:xfrm>
            <a:off x="7355454" y="2570727"/>
            <a:ext cx="47454" cy="47454"/>
          </a:xfrm>
          <a:prstGeom prst="rect">
            <a:avLst/>
          </a:prstGeom>
          <a:solidFill>
            <a:srgbClr val="ECF0F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Rectangle 445"/>
          <p:cNvSpPr/>
          <p:nvPr/>
        </p:nvSpPr>
        <p:spPr>
          <a:xfrm>
            <a:off x="7402909" y="2570727"/>
            <a:ext cx="47454" cy="47454"/>
          </a:xfrm>
          <a:prstGeom prst="rect">
            <a:avLst/>
          </a:prstGeom>
          <a:solidFill>
            <a:srgbClr val="ECF0F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Rectangle 446"/>
          <p:cNvSpPr/>
          <p:nvPr/>
        </p:nvSpPr>
        <p:spPr>
          <a:xfrm>
            <a:off x="7450363" y="2570727"/>
            <a:ext cx="47454" cy="47454"/>
          </a:xfrm>
          <a:prstGeom prst="rect">
            <a:avLst/>
          </a:prstGeom>
          <a:solidFill>
            <a:srgbClr val="ECF0F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Rectangle 447"/>
          <p:cNvSpPr/>
          <p:nvPr/>
        </p:nvSpPr>
        <p:spPr>
          <a:xfrm>
            <a:off x="7497818" y="2570727"/>
            <a:ext cx="47454" cy="47454"/>
          </a:xfrm>
          <a:prstGeom prst="rect">
            <a:avLst/>
          </a:prstGeom>
          <a:solidFill>
            <a:srgbClr val="ECF0F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Rectangle 448"/>
          <p:cNvSpPr/>
          <p:nvPr/>
        </p:nvSpPr>
        <p:spPr>
          <a:xfrm>
            <a:off x="7545272" y="2570727"/>
            <a:ext cx="47454" cy="47454"/>
          </a:xfrm>
          <a:prstGeom prst="rect">
            <a:avLst/>
          </a:prstGeom>
          <a:solidFill>
            <a:srgbClr val="ECF0F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Rectangle 449"/>
          <p:cNvSpPr/>
          <p:nvPr/>
        </p:nvSpPr>
        <p:spPr>
          <a:xfrm>
            <a:off x="7592727" y="2570727"/>
            <a:ext cx="47454" cy="47454"/>
          </a:xfrm>
          <a:prstGeom prst="rect">
            <a:avLst/>
          </a:prstGeom>
          <a:solidFill>
            <a:srgbClr val="6C91D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Rectangle 450"/>
          <p:cNvSpPr/>
          <p:nvPr/>
        </p:nvSpPr>
        <p:spPr>
          <a:xfrm>
            <a:off x="7640181" y="2570727"/>
            <a:ext cx="47454" cy="47454"/>
          </a:xfrm>
          <a:prstGeom prst="rect">
            <a:avLst/>
          </a:prstGeom>
          <a:solidFill>
            <a:srgbClr val="6C91D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Rectangle 451"/>
          <p:cNvSpPr/>
          <p:nvPr/>
        </p:nvSpPr>
        <p:spPr>
          <a:xfrm>
            <a:off x="7687636" y="2570727"/>
            <a:ext cx="47454" cy="47454"/>
          </a:xfrm>
          <a:prstGeom prst="rect">
            <a:avLst/>
          </a:prstGeom>
          <a:solidFill>
            <a:srgbClr val="ECF0F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Rectangle 452"/>
          <p:cNvSpPr/>
          <p:nvPr/>
        </p:nvSpPr>
        <p:spPr>
          <a:xfrm>
            <a:off x="7735090" y="2570727"/>
            <a:ext cx="47454" cy="47454"/>
          </a:xfrm>
          <a:prstGeom prst="rect">
            <a:avLst/>
          </a:prstGeom>
          <a:solidFill>
            <a:srgbClr val="6C91D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Rectangle 453"/>
          <p:cNvSpPr/>
          <p:nvPr/>
        </p:nvSpPr>
        <p:spPr>
          <a:xfrm>
            <a:off x="7782545" y="2570727"/>
            <a:ext cx="47454" cy="47454"/>
          </a:xfrm>
          <a:prstGeom prst="rect">
            <a:avLst/>
          </a:prstGeom>
          <a:solidFill>
            <a:srgbClr val="ECF0F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Rectangle 454"/>
          <p:cNvSpPr/>
          <p:nvPr/>
        </p:nvSpPr>
        <p:spPr>
          <a:xfrm>
            <a:off x="7308000" y="2618181"/>
            <a:ext cx="47454" cy="47454"/>
          </a:xfrm>
          <a:prstGeom prst="rect">
            <a:avLst/>
          </a:prstGeom>
          <a:solidFill>
            <a:srgbClr val="ECF0F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Rectangle 455"/>
          <p:cNvSpPr/>
          <p:nvPr/>
        </p:nvSpPr>
        <p:spPr>
          <a:xfrm>
            <a:off x="7355454" y="2618181"/>
            <a:ext cx="47454" cy="47454"/>
          </a:xfrm>
          <a:prstGeom prst="rect">
            <a:avLst/>
          </a:prstGeom>
          <a:solidFill>
            <a:srgbClr val="ECF0F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Rectangle 456"/>
          <p:cNvSpPr/>
          <p:nvPr/>
        </p:nvSpPr>
        <p:spPr>
          <a:xfrm>
            <a:off x="7402909" y="2618181"/>
            <a:ext cx="47454" cy="47454"/>
          </a:xfrm>
          <a:prstGeom prst="rect">
            <a:avLst/>
          </a:prstGeom>
          <a:solidFill>
            <a:srgbClr val="ECF0F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Rectangle 457"/>
          <p:cNvSpPr/>
          <p:nvPr/>
        </p:nvSpPr>
        <p:spPr>
          <a:xfrm>
            <a:off x="7450363" y="2618181"/>
            <a:ext cx="47454" cy="47454"/>
          </a:xfrm>
          <a:prstGeom prst="rect">
            <a:avLst/>
          </a:prstGeom>
          <a:solidFill>
            <a:srgbClr val="ECF0F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Rectangle 458"/>
          <p:cNvSpPr/>
          <p:nvPr/>
        </p:nvSpPr>
        <p:spPr>
          <a:xfrm>
            <a:off x="7497818" y="2618181"/>
            <a:ext cx="47454" cy="47454"/>
          </a:xfrm>
          <a:prstGeom prst="rect">
            <a:avLst/>
          </a:prstGeom>
          <a:solidFill>
            <a:srgbClr val="6C91D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Rectangle 459"/>
          <p:cNvSpPr/>
          <p:nvPr/>
        </p:nvSpPr>
        <p:spPr>
          <a:xfrm>
            <a:off x="7545272" y="2618181"/>
            <a:ext cx="47454" cy="47454"/>
          </a:xfrm>
          <a:prstGeom prst="rect">
            <a:avLst/>
          </a:prstGeom>
          <a:solidFill>
            <a:srgbClr val="ECF0F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Rectangle 460"/>
          <p:cNvSpPr/>
          <p:nvPr/>
        </p:nvSpPr>
        <p:spPr>
          <a:xfrm>
            <a:off x="7592727" y="2618181"/>
            <a:ext cx="47454" cy="47454"/>
          </a:xfrm>
          <a:prstGeom prst="rect">
            <a:avLst/>
          </a:prstGeom>
          <a:solidFill>
            <a:srgbClr val="6C91D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Rectangle 461"/>
          <p:cNvSpPr/>
          <p:nvPr/>
        </p:nvSpPr>
        <p:spPr>
          <a:xfrm>
            <a:off x="7640181" y="2618181"/>
            <a:ext cx="47454" cy="47454"/>
          </a:xfrm>
          <a:prstGeom prst="rect">
            <a:avLst/>
          </a:prstGeom>
          <a:solidFill>
            <a:srgbClr val="6C91D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Rectangle 462"/>
          <p:cNvSpPr/>
          <p:nvPr/>
        </p:nvSpPr>
        <p:spPr>
          <a:xfrm>
            <a:off x="7687636" y="2618181"/>
            <a:ext cx="47454" cy="47454"/>
          </a:xfrm>
          <a:prstGeom prst="rect">
            <a:avLst/>
          </a:prstGeom>
          <a:solidFill>
            <a:srgbClr val="6C91D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Rectangle 463"/>
          <p:cNvSpPr/>
          <p:nvPr/>
        </p:nvSpPr>
        <p:spPr>
          <a:xfrm>
            <a:off x="7735090" y="2618181"/>
            <a:ext cx="47454" cy="47454"/>
          </a:xfrm>
          <a:prstGeom prst="rect">
            <a:avLst/>
          </a:prstGeom>
          <a:solidFill>
            <a:srgbClr val="ECF0F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Rectangle 464"/>
          <p:cNvSpPr/>
          <p:nvPr/>
        </p:nvSpPr>
        <p:spPr>
          <a:xfrm>
            <a:off x="7782545" y="2618181"/>
            <a:ext cx="47454" cy="47454"/>
          </a:xfrm>
          <a:prstGeom prst="rect">
            <a:avLst/>
          </a:prstGeom>
          <a:solidFill>
            <a:srgbClr val="ECF0F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Rectangle 465"/>
          <p:cNvSpPr/>
          <p:nvPr/>
        </p:nvSpPr>
        <p:spPr>
          <a:xfrm>
            <a:off x="7308000" y="2665636"/>
            <a:ext cx="47454" cy="47454"/>
          </a:xfrm>
          <a:prstGeom prst="rect">
            <a:avLst/>
          </a:prstGeom>
          <a:solidFill>
            <a:srgbClr val="6C91D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Rectangle 466"/>
          <p:cNvSpPr/>
          <p:nvPr/>
        </p:nvSpPr>
        <p:spPr>
          <a:xfrm>
            <a:off x="7355454" y="2665636"/>
            <a:ext cx="47454" cy="47454"/>
          </a:xfrm>
          <a:prstGeom prst="rect">
            <a:avLst/>
          </a:prstGeom>
          <a:solidFill>
            <a:srgbClr val="6C91D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Rectangle 467"/>
          <p:cNvSpPr/>
          <p:nvPr/>
        </p:nvSpPr>
        <p:spPr>
          <a:xfrm>
            <a:off x="7402909" y="2665636"/>
            <a:ext cx="47454" cy="47454"/>
          </a:xfrm>
          <a:prstGeom prst="rect">
            <a:avLst/>
          </a:prstGeom>
          <a:solidFill>
            <a:srgbClr val="6C91D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Rectangle 468"/>
          <p:cNvSpPr/>
          <p:nvPr/>
        </p:nvSpPr>
        <p:spPr>
          <a:xfrm>
            <a:off x="7450363" y="2665636"/>
            <a:ext cx="47454" cy="47454"/>
          </a:xfrm>
          <a:prstGeom prst="rect">
            <a:avLst/>
          </a:prstGeom>
          <a:solidFill>
            <a:srgbClr val="ECF0F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Rectangle 469"/>
          <p:cNvSpPr/>
          <p:nvPr/>
        </p:nvSpPr>
        <p:spPr>
          <a:xfrm>
            <a:off x="7497818" y="2665636"/>
            <a:ext cx="47454" cy="47454"/>
          </a:xfrm>
          <a:prstGeom prst="rect">
            <a:avLst/>
          </a:prstGeom>
          <a:solidFill>
            <a:srgbClr val="6C91D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Rectangle 470"/>
          <p:cNvSpPr/>
          <p:nvPr/>
        </p:nvSpPr>
        <p:spPr>
          <a:xfrm>
            <a:off x="7545272" y="2665636"/>
            <a:ext cx="47454" cy="47454"/>
          </a:xfrm>
          <a:prstGeom prst="rect">
            <a:avLst/>
          </a:prstGeom>
          <a:solidFill>
            <a:srgbClr val="ECF0F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Rectangle 471"/>
          <p:cNvSpPr/>
          <p:nvPr/>
        </p:nvSpPr>
        <p:spPr>
          <a:xfrm>
            <a:off x="7592727" y="2665636"/>
            <a:ext cx="47454" cy="47454"/>
          </a:xfrm>
          <a:prstGeom prst="rect">
            <a:avLst/>
          </a:prstGeom>
          <a:solidFill>
            <a:srgbClr val="ECF0F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Rectangle 472"/>
          <p:cNvSpPr/>
          <p:nvPr/>
        </p:nvSpPr>
        <p:spPr>
          <a:xfrm>
            <a:off x="7640181" y="2665636"/>
            <a:ext cx="47454" cy="47454"/>
          </a:xfrm>
          <a:prstGeom prst="rect">
            <a:avLst/>
          </a:prstGeom>
          <a:solidFill>
            <a:srgbClr val="6C91D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Rectangle 473"/>
          <p:cNvSpPr/>
          <p:nvPr/>
        </p:nvSpPr>
        <p:spPr>
          <a:xfrm>
            <a:off x="7687636" y="2665636"/>
            <a:ext cx="47454" cy="47454"/>
          </a:xfrm>
          <a:prstGeom prst="rect">
            <a:avLst/>
          </a:prstGeom>
          <a:solidFill>
            <a:srgbClr val="6C91D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Rectangle 474"/>
          <p:cNvSpPr/>
          <p:nvPr/>
        </p:nvSpPr>
        <p:spPr>
          <a:xfrm>
            <a:off x="7735090" y="2665636"/>
            <a:ext cx="47454" cy="47454"/>
          </a:xfrm>
          <a:prstGeom prst="rect">
            <a:avLst/>
          </a:prstGeom>
          <a:solidFill>
            <a:srgbClr val="ECF0F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Rectangle 475"/>
          <p:cNvSpPr/>
          <p:nvPr/>
        </p:nvSpPr>
        <p:spPr>
          <a:xfrm>
            <a:off x="7782545" y="2665636"/>
            <a:ext cx="47454" cy="47454"/>
          </a:xfrm>
          <a:prstGeom prst="rect">
            <a:avLst/>
          </a:prstGeom>
          <a:solidFill>
            <a:srgbClr val="ECF0F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Rectangle 476"/>
          <p:cNvSpPr/>
          <p:nvPr/>
        </p:nvSpPr>
        <p:spPr>
          <a:xfrm>
            <a:off x="7308000" y="2713090"/>
            <a:ext cx="47454" cy="47454"/>
          </a:xfrm>
          <a:prstGeom prst="rect">
            <a:avLst/>
          </a:prstGeom>
          <a:solidFill>
            <a:srgbClr val="ECF0F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Rectangle 477"/>
          <p:cNvSpPr/>
          <p:nvPr/>
        </p:nvSpPr>
        <p:spPr>
          <a:xfrm>
            <a:off x="7355454" y="2713090"/>
            <a:ext cx="47454" cy="47454"/>
          </a:xfrm>
          <a:prstGeom prst="rect">
            <a:avLst/>
          </a:prstGeom>
          <a:solidFill>
            <a:srgbClr val="6C91D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Rectangle 478"/>
          <p:cNvSpPr/>
          <p:nvPr/>
        </p:nvSpPr>
        <p:spPr>
          <a:xfrm>
            <a:off x="7402909" y="2713090"/>
            <a:ext cx="47454" cy="47454"/>
          </a:xfrm>
          <a:prstGeom prst="rect">
            <a:avLst/>
          </a:prstGeom>
          <a:solidFill>
            <a:srgbClr val="ECF0F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Rectangle 479"/>
          <p:cNvSpPr/>
          <p:nvPr/>
        </p:nvSpPr>
        <p:spPr>
          <a:xfrm>
            <a:off x="7450363" y="2713090"/>
            <a:ext cx="47454" cy="47454"/>
          </a:xfrm>
          <a:prstGeom prst="rect">
            <a:avLst/>
          </a:prstGeom>
          <a:solidFill>
            <a:srgbClr val="ECF0F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Rectangle 480"/>
          <p:cNvSpPr/>
          <p:nvPr/>
        </p:nvSpPr>
        <p:spPr>
          <a:xfrm>
            <a:off x="7497818" y="2713090"/>
            <a:ext cx="47454" cy="47454"/>
          </a:xfrm>
          <a:prstGeom prst="rect">
            <a:avLst/>
          </a:prstGeom>
          <a:solidFill>
            <a:srgbClr val="6C91D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Rectangle 481"/>
          <p:cNvSpPr/>
          <p:nvPr/>
        </p:nvSpPr>
        <p:spPr>
          <a:xfrm>
            <a:off x="7545272" y="2713090"/>
            <a:ext cx="47454" cy="47454"/>
          </a:xfrm>
          <a:prstGeom prst="rect">
            <a:avLst/>
          </a:prstGeom>
          <a:solidFill>
            <a:srgbClr val="ECF0F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Rectangle 482"/>
          <p:cNvSpPr/>
          <p:nvPr/>
        </p:nvSpPr>
        <p:spPr>
          <a:xfrm>
            <a:off x="7592727" y="2713090"/>
            <a:ext cx="47454" cy="47454"/>
          </a:xfrm>
          <a:prstGeom prst="rect">
            <a:avLst/>
          </a:prstGeom>
          <a:solidFill>
            <a:srgbClr val="6C91D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Rectangle 483"/>
          <p:cNvSpPr/>
          <p:nvPr/>
        </p:nvSpPr>
        <p:spPr>
          <a:xfrm>
            <a:off x="7640181" y="2713090"/>
            <a:ext cx="47454" cy="47454"/>
          </a:xfrm>
          <a:prstGeom prst="rect">
            <a:avLst/>
          </a:prstGeom>
          <a:solidFill>
            <a:srgbClr val="ECF0F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Rectangle 484"/>
          <p:cNvSpPr/>
          <p:nvPr/>
        </p:nvSpPr>
        <p:spPr>
          <a:xfrm>
            <a:off x="7687636" y="2713090"/>
            <a:ext cx="47454" cy="47454"/>
          </a:xfrm>
          <a:prstGeom prst="rect">
            <a:avLst/>
          </a:prstGeom>
          <a:solidFill>
            <a:srgbClr val="ECF0F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Rectangle 485"/>
          <p:cNvSpPr/>
          <p:nvPr/>
        </p:nvSpPr>
        <p:spPr>
          <a:xfrm>
            <a:off x="7735090" y="2713090"/>
            <a:ext cx="47454" cy="47454"/>
          </a:xfrm>
          <a:prstGeom prst="rect">
            <a:avLst/>
          </a:prstGeom>
          <a:solidFill>
            <a:srgbClr val="6C91D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Rectangle 486"/>
          <p:cNvSpPr/>
          <p:nvPr/>
        </p:nvSpPr>
        <p:spPr>
          <a:xfrm>
            <a:off x="7782545" y="2713090"/>
            <a:ext cx="47454" cy="47454"/>
          </a:xfrm>
          <a:prstGeom prst="rect">
            <a:avLst/>
          </a:prstGeom>
          <a:solidFill>
            <a:srgbClr val="ECF0F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Rectangle 487"/>
          <p:cNvSpPr/>
          <p:nvPr/>
        </p:nvSpPr>
        <p:spPr>
          <a:xfrm>
            <a:off x="7308000" y="2760545"/>
            <a:ext cx="47454" cy="47454"/>
          </a:xfrm>
          <a:prstGeom prst="rect">
            <a:avLst/>
          </a:prstGeom>
          <a:solidFill>
            <a:srgbClr val="ECF0F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Rectangle 488"/>
          <p:cNvSpPr/>
          <p:nvPr/>
        </p:nvSpPr>
        <p:spPr>
          <a:xfrm>
            <a:off x="7355454" y="2760545"/>
            <a:ext cx="47454" cy="47454"/>
          </a:xfrm>
          <a:prstGeom prst="rect">
            <a:avLst/>
          </a:prstGeom>
          <a:solidFill>
            <a:srgbClr val="ECF0F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Rectangle 489"/>
          <p:cNvSpPr/>
          <p:nvPr/>
        </p:nvSpPr>
        <p:spPr>
          <a:xfrm>
            <a:off x="7402909" y="2760545"/>
            <a:ext cx="47454" cy="47454"/>
          </a:xfrm>
          <a:prstGeom prst="rect">
            <a:avLst/>
          </a:prstGeom>
          <a:solidFill>
            <a:srgbClr val="6C91D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Rectangle 490"/>
          <p:cNvSpPr/>
          <p:nvPr/>
        </p:nvSpPr>
        <p:spPr>
          <a:xfrm>
            <a:off x="7450363" y="2760545"/>
            <a:ext cx="47454" cy="47454"/>
          </a:xfrm>
          <a:prstGeom prst="rect">
            <a:avLst/>
          </a:prstGeom>
          <a:solidFill>
            <a:srgbClr val="6C91D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Rectangle 491"/>
          <p:cNvSpPr/>
          <p:nvPr/>
        </p:nvSpPr>
        <p:spPr>
          <a:xfrm>
            <a:off x="7497818" y="2760545"/>
            <a:ext cx="47454" cy="47454"/>
          </a:xfrm>
          <a:prstGeom prst="rect">
            <a:avLst/>
          </a:prstGeom>
          <a:solidFill>
            <a:srgbClr val="ECF0F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Rectangle 492"/>
          <p:cNvSpPr/>
          <p:nvPr/>
        </p:nvSpPr>
        <p:spPr>
          <a:xfrm>
            <a:off x="7545272" y="2760545"/>
            <a:ext cx="47454" cy="47454"/>
          </a:xfrm>
          <a:prstGeom prst="rect">
            <a:avLst/>
          </a:prstGeom>
          <a:solidFill>
            <a:srgbClr val="ECF0F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Rectangle 493"/>
          <p:cNvSpPr/>
          <p:nvPr/>
        </p:nvSpPr>
        <p:spPr>
          <a:xfrm>
            <a:off x="7592727" y="2760545"/>
            <a:ext cx="47454" cy="47454"/>
          </a:xfrm>
          <a:prstGeom prst="rect">
            <a:avLst/>
          </a:prstGeom>
          <a:solidFill>
            <a:srgbClr val="ECF0F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Rectangle 494"/>
          <p:cNvSpPr/>
          <p:nvPr/>
        </p:nvSpPr>
        <p:spPr>
          <a:xfrm>
            <a:off x="7640181" y="2760545"/>
            <a:ext cx="47454" cy="47454"/>
          </a:xfrm>
          <a:prstGeom prst="rect">
            <a:avLst/>
          </a:prstGeom>
          <a:solidFill>
            <a:srgbClr val="ECF0F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Rectangle 495"/>
          <p:cNvSpPr/>
          <p:nvPr/>
        </p:nvSpPr>
        <p:spPr>
          <a:xfrm>
            <a:off x="7687636" y="2760545"/>
            <a:ext cx="47454" cy="47454"/>
          </a:xfrm>
          <a:prstGeom prst="rect">
            <a:avLst/>
          </a:prstGeom>
          <a:solidFill>
            <a:srgbClr val="ECF0F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Rectangle 496"/>
          <p:cNvSpPr/>
          <p:nvPr/>
        </p:nvSpPr>
        <p:spPr>
          <a:xfrm>
            <a:off x="7735090" y="2760545"/>
            <a:ext cx="47454" cy="47454"/>
          </a:xfrm>
          <a:prstGeom prst="rect">
            <a:avLst/>
          </a:prstGeom>
          <a:solidFill>
            <a:srgbClr val="ECF0F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Rectangle 497"/>
          <p:cNvSpPr/>
          <p:nvPr/>
        </p:nvSpPr>
        <p:spPr>
          <a:xfrm>
            <a:off x="7782545" y="2760545"/>
            <a:ext cx="47454" cy="47454"/>
          </a:xfrm>
          <a:prstGeom prst="rect">
            <a:avLst/>
          </a:prstGeom>
          <a:solidFill>
            <a:srgbClr val="6C91D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" name="Rectangle 498"/>
          <p:cNvSpPr/>
          <p:nvPr/>
        </p:nvSpPr>
        <p:spPr>
          <a:xfrm>
            <a:off x="7218000" y="2844000"/>
            <a:ext cx="72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" tIns="7200" rIns="7200" bIns="7200" rtlCol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2854A2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Adjacency  A</a:t>
            </a:r>
            <a:endParaRPr sz="780" b="1">
              <a:solidFill>
                <a:srgbClr val="2854A2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282828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[290 × 290]</a:t>
            </a:r>
            <a:endParaRPr sz="780" b="1">
              <a:solidFill>
                <a:srgbClr val="282828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500" name="Rectangle 499"/>
          <p:cNvSpPr/>
          <p:nvPr/>
        </p:nvSpPr>
        <p:spPr>
          <a:xfrm>
            <a:off x="5148000" y="3135600"/>
            <a:ext cx="3024000" cy="22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ctr"/>
            <a:endParaRPr sz="680" b="0">
              <a:solidFill>
                <a:srgbClr val="5F5F5F"/>
              </a:solidFill>
              <a:latin typeface="Arial" panose="020B0604020202020204"/>
            </a:endParaRPr>
          </a:p>
        </p:txBody>
      </p:sp>
      <p:sp>
        <p:nvSpPr>
          <p:cNvPr id="501" name="Rectangle 500"/>
          <p:cNvSpPr/>
          <p:nvPr/>
        </p:nvSpPr>
        <p:spPr>
          <a:xfrm>
            <a:off x="5166000" y="3726000"/>
            <a:ext cx="2520000" cy="1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sz="950" b="1">
                <a:solidFill>
                  <a:srgbClr val="B06816"/>
                </a:solidFill>
                <a:latin typeface="Arial" panose="020B0604020202020204"/>
              </a:rPr>
              <a:t>K Conformers + Energy</a:t>
            </a:r>
            <a:endParaRPr sz="950" b="1">
              <a:solidFill>
                <a:srgbClr val="B06816"/>
              </a:solidFill>
              <a:latin typeface="Arial" panose="020B0604020202020204"/>
            </a:endParaRPr>
          </a:p>
        </p:txBody>
      </p:sp>
      <p:pic>
        <p:nvPicPr>
          <p:cNvPr id="502" name="Picture 501" descr="conf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3340" y="4031615"/>
            <a:ext cx="486410" cy="432435"/>
          </a:xfrm>
          <a:prstGeom prst="rect">
            <a:avLst/>
          </a:prstGeom>
        </p:spPr>
      </p:pic>
      <p:sp>
        <p:nvSpPr>
          <p:cNvPr id="503" name="Rectangle 502"/>
          <p:cNvSpPr/>
          <p:nvPr/>
        </p:nvSpPr>
        <p:spPr>
          <a:xfrm>
            <a:off x="5238115" y="4518025"/>
            <a:ext cx="145415" cy="76200"/>
          </a:xfrm>
          <a:prstGeom prst="rect">
            <a:avLst/>
          </a:prstGeom>
          <a:solidFill>
            <a:srgbClr val="EEB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504" name="Rectangle 503"/>
          <p:cNvSpPr/>
          <p:nvPr/>
        </p:nvSpPr>
        <p:spPr>
          <a:xfrm>
            <a:off x="5238000" y="4572000"/>
            <a:ext cx="503999" cy="1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lang="en-US" altLang="zh-CN" sz="750" b="0">
                <a:solidFill>
                  <a:srgbClr val="B06816"/>
                </a:solidFill>
                <a:latin typeface="Times New Roman" panose="02020603050405020304" charset="0"/>
                <a:cs typeface="Times New Roman" panose="02020603050405020304" charset="0"/>
              </a:rPr>
              <a:t>E₁</a:t>
            </a:r>
            <a:endParaRPr lang="en-US" altLang="zh-CN" sz="750" b="0">
              <a:solidFill>
                <a:srgbClr val="B06816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05" name="Picture 504" descr="con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3245" y="4032250"/>
            <a:ext cx="485140" cy="431800"/>
          </a:xfrm>
          <a:prstGeom prst="rect">
            <a:avLst/>
          </a:prstGeom>
        </p:spPr>
      </p:pic>
      <p:sp>
        <p:nvSpPr>
          <p:cNvPr id="506" name="Rectangle 505"/>
          <p:cNvSpPr/>
          <p:nvPr/>
        </p:nvSpPr>
        <p:spPr>
          <a:xfrm>
            <a:off x="5777865" y="4518025"/>
            <a:ext cx="190500" cy="76200"/>
          </a:xfrm>
          <a:prstGeom prst="rect">
            <a:avLst/>
          </a:prstGeom>
          <a:solidFill>
            <a:srgbClr val="EEB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507" name="Rectangle 506"/>
          <p:cNvSpPr/>
          <p:nvPr/>
        </p:nvSpPr>
        <p:spPr>
          <a:xfrm>
            <a:off x="5778000" y="4572000"/>
            <a:ext cx="503999" cy="1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lang="en-US" altLang="zh-CN" sz="750" b="0">
                <a:solidFill>
                  <a:srgbClr val="B06816"/>
                </a:solidFill>
                <a:latin typeface="Times New Roman" panose="02020603050405020304" charset="0"/>
                <a:cs typeface="Times New Roman" panose="02020603050405020304" charset="0"/>
              </a:rPr>
              <a:t>E₂</a:t>
            </a:r>
            <a:endParaRPr lang="en-US" altLang="zh-CN" sz="750" b="0">
              <a:solidFill>
                <a:srgbClr val="B06816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08" name="Picture 507" descr="conf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175" y="4050030"/>
            <a:ext cx="465455" cy="414020"/>
          </a:xfrm>
          <a:prstGeom prst="rect">
            <a:avLst/>
          </a:prstGeom>
        </p:spPr>
      </p:pic>
      <p:sp>
        <p:nvSpPr>
          <p:cNvPr id="509" name="Rectangle 508"/>
          <p:cNvSpPr/>
          <p:nvPr/>
        </p:nvSpPr>
        <p:spPr>
          <a:xfrm>
            <a:off x="6488430" y="4518025"/>
            <a:ext cx="449580" cy="76200"/>
          </a:xfrm>
          <a:prstGeom prst="rect">
            <a:avLst/>
          </a:prstGeom>
          <a:solidFill>
            <a:srgbClr val="EEB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510" name="Rectangle 509"/>
          <p:cNvSpPr/>
          <p:nvPr/>
        </p:nvSpPr>
        <p:spPr>
          <a:xfrm>
            <a:off x="6635500" y="4572000"/>
            <a:ext cx="503999" cy="1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lang="en-US" altLang="zh-CN" sz="750" b="0">
                <a:solidFill>
                  <a:srgbClr val="B06816"/>
                </a:solidFill>
                <a:latin typeface="Arial" panose="020B0604020202020204"/>
              </a:rPr>
              <a:t>E</a:t>
            </a:r>
            <a:r>
              <a:rPr lang="en-US" altLang="en-US" sz="750" b="0">
                <a:solidFill>
                  <a:srgbClr val="B06816"/>
                </a:solidFill>
                <a:latin typeface="Arial" panose="020B0604020202020204"/>
              </a:rPr>
              <a:t>ₖ</a:t>
            </a:r>
            <a:endParaRPr lang="en-US" altLang="en-US" sz="750" b="0">
              <a:solidFill>
                <a:srgbClr val="B06816"/>
              </a:solidFill>
              <a:latin typeface="Arial" panose="020B0604020202020204"/>
            </a:endParaRPr>
          </a:p>
        </p:txBody>
      </p:sp>
      <p:sp>
        <p:nvSpPr>
          <p:cNvPr id="511" name="Rectangle 510"/>
          <p:cNvSpPr/>
          <p:nvPr/>
        </p:nvSpPr>
        <p:spPr>
          <a:xfrm>
            <a:off x="5205810" y="4752000"/>
            <a:ext cx="1655999" cy="1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ctr"/>
            <a:r>
              <a:rPr sz="750" b="0">
                <a:solidFill>
                  <a:srgbClr val="5F5F5F"/>
                </a:solidFill>
                <a:latin typeface="Times New Roman" panose="02020603050405020304" charset="0"/>
                <a:cs typeface="Times New Roman" panose="02020603050405020304" charset="0"/>
              </a:rPr>
              <a:t>K conformers</a:t>
            </a:r>
            <a:r>
              <a:rPr lang="en-US" sz="750" b="0">
                <a:solidFill>
                  <a:srgbClr val="5F5F5F"/>
                </a:solidFill>
                <a:latin typeface="Times New Roman" panose="02020603050405020304" charset="0"/>
                <a:cs typeface="Times New Roman" panose="02020603050405020304" charset="0"/>
              </a:rPr>
              <a:t>(</a:t>
            </a:r>
            <a:r>
              <a:rPr sz="750" b="0">
                <a:solidFill>
                  <a:srgbClr val="5F5F5F"/>
                </a:solidFill>
                <a:latin typeface="Times New Roman" panose="02020603050405020304" charset="0"/>
                <a:cs typeface="Times New Roman" panose="02020603050405020304" charset="0"/>
              </a:rPr>
              <a:t>sorted by energy</a:t>
            </a:r>
            <a:r>
              <a:rPr lang="en-US" sz="750" b="0">
                <a:solidFill>
                  <a:srgbClr val="5F5F5F"/>
                </a:solidFill>
                <a:latin typeface="Times New Roman" panose="02020603050405020304" charset="0"/>
                <a:cs typeface="Times New Roman" panose="02020603050405020304" charset="0"/>
              </a:rPr>
              <a:t>)</a:t>
            </a:r>
            <a:r>
              <a:rPr sz="750" b="0">
                <a:solidFill>
                  <a:srgbClr val="5F5F5F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sz="750" b="0">
              <a:solidFill>
                <a:srgbClr val="5F5F5F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12" name="Rectangle 511"/>
          <p:cNvSpPr/>
          <p:nvPr/>
        </p:nvSpPr>
        <p:spPr>
          <a:xfrm>
            <a:off x="7089140" y="4222750"/>
            <a:ext cx="1240790" cy="8775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0800" rIns="18000" bIns="10800" rtlCol="0" anchor="ctr"/>
          <a:lstStyle/>
          <a:p>
            <a:pPr algn="l">
              <a:spcAft>
                <a:spcPts val="300"/>
              </a:spcAft>
            </a:pPr>
            <a:r>
              <a:rPr sz="700" b="1">
                <a:solidFill>
                  <a:srgbClr val="B06816"/>
                </a:solidFill>
                <a:latin typeface="Times New Roman" panose="02020603050405020304" charset="0"/>
                <a:cs typeface="Times New Roman" panose="02020603050405020304" charset="0"/>
              </a:rPr>
              <a:t>atom feats  </a:t>
            </a:r>
            <a:r>
              <a:rPr sz="700" b="1">
                <a:solidFill>
                  <a:srgbClr val="282828"/>
                </a:solidFill>
                <a:latin typeface="Times New Roman" panose="02020603050405020304" charset="0"/>
                <a:cs typeface="Times New Roman" panose="02020603050405020304" charset="0"/>
              </a:rPr>
              <a:t>[K×64×128]</a:t>
            </a:r>
            <a:endParaRPr sz="700" b="1">
              <a:solidFill>
                <a:srgbClr val="282828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300"/>
              </a:spcAft>
            </a:pPr>
            <a:r>
              <a:rPr sz="700" b="1">
                <a:solidFill>
                  <a:srgbClr val="B06816"/>
                </a:solidFill>
                <a:latin typeface="Times New Roman" panose="02020603050405020304" charset="0"/>
                <a:cs typeface="Times New Roman" panose="02020603050405020304" charset="0"/>
              </a:rPr>
              <a:t>coords  </a:t>
            </a:r>
            <a:r>
              <a:rPr sz="700" b="1">
                <a:solidFill>
                  <a:srgbClr val="282828"/>
                </a:solidFill>
                <a:latin typeface="Times New Roman" panose="02020603050405020304" charset="0"/>
                <a:cs typeface="Times New Roman" panose="02020603050405020304" charset="0"/>
              </a:rPr>
              <a:t>[K×64×3]</a:t>
            </a:r>
            <a:r>
              <a:rPr sz="700" b="0">
                <a:solidFill>
                  <a:srgbClr val="787878"/>
                </a:solidFill>
                <a:latin typeface="Times New Roman" panose="02020603050405020304" charset="0"/>
                <a:cs typeface="Times New Roman" panose="02020603050405020304" charset="0"/>
              </a:rPr>
              <a:t>  (x,y,z)</a:t>
            </a:r>
            <a:endParaRPr sz="700" b="0">
              <a:solidFill>
                <a:srgbClr val="787878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300"/>
              </a:spcAft>
            </a:pPr>
            <a:r>
              <a:rPr sz="700" b="1">
                <a:solidFill>
                  <a:srgbClr val="B06816"/>
                </a:solidFill>
                <a:latin typeface="Times New Roman" panose="02020603050405020304" charset="0"/>
                <a:cs typeface="Times New Roman" panose="02020603050405020304" charset="0"/>
              </a:rPr>
              <a:t>energy  </a:t>
            </a:r>
            <a:r>
              <a:rPr sz="700" b="1">
                <a:solidFill>
                  <a:srgbClr val="282828"/>
                </a:solidFill>
                <a:latin typeface="Times New Roman" panose="02020603050405020304" charset="0"/>
                <a:cs typeface="Times New Roman" panose="02020603050405020304" charset="0"/>
              </a:rPr>
              <a:t>[K]</a:t>
            </a:r>
            <a:r>
              <a:rPr sz="700" b="0">
                <a:solidFill>
                  <a:srgbClr val="787878"/>
                </a:solidFill>
                <a:latin typeface="Times New Roman" panose="02020603050405020304" charset="0"/>
                <a:cs typeface="Times New Roman" panose="02020603050405020304" charset="0"/>
              </a:rPr>
              <a:t>  UFF → z-score</a:t>
            </a:r>
            <a:endParaRPr sz="700" b="0">
              <a:solidFill>
                <a:srgbClr val="787878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300"/>
              </a:spcAft>
            </a:pPr>
            <a:r>
              <a:rPr sz="700" b="1">
                <a:solidFill>
                  <a:srgbClr val="B06816"/>
                </a:solidFill>
                <a:latin typeface="Times New Roman" panose="02020603050405020304" charset="0"/>
                <a:cs typeface="Times New Roman" panose="02020603050405020304" charset="0"/>
              </a:rPr>
              <a:t>conf_mask  </a:t>
            </a:r>
            <a:r>
              <a:rPr sz="700" b="1">
                <a:solidFill>
                  <a:srgbClr val="282828"/>
                </a:solidFill>
                <a:latin typeface="Times New Roman" panose="02020603050405020304" charset="0"/>
                <a:cs typeface="Times New Roman" panose="02020603050405020304" charset="0"/>
              </a:rPr>
              <a:t>[K]</a:t>
            </a:r>
            <a:r>
              <a:rPr sz="700" b="0">
                <a:solidFill>
                  <a:srgbClr val="787878"/>
                </a:solidFill>
                <a:latin typeface="Times New Roman" panose="02020603050405020304" charset="0"/>
                <a:cs typeface="Times New Roman" panose="02020603050405020304" charset="0"/>
              </a:rPr>
              <a:t>  valid confs</a:t>
            </a:r>
            <a:endParaRPr sz="700" b="0">
              <a:solidFill>
                <a:srgbClr val="787878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14" name="文本框 513"/>
          <p:cNvSpPr txBox="1"/>
          <p:nvPr/>
        </p:nvSpPr>
        <p:spPr>
          <a:xfrm>
            <a:off x="6144895" y="4032250"/>
            <a:ext cx="5403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charset="0"/>
                <a:cs typeface="Times New Roman" panose="02020603050405020304" charset="0"/>
              </a:rPr>
              <a:t>...</a:t>
            </a:r>
            <a:endParaRPr lang="en-US" altLang="zh-CN">
              <a:gradFill>
                <a:gsLst>
                  <a:gs pos="50000">
                    <a:schemeClr val="accent6"/>
                  </a:gs>
                  <a:gs pos="0">
                    <a:schemeClr val="accent6">
                      <a:lumMod val="25000"/>
                      <a:lumOff val="75000"/>
                    </a:schemeClr>
                  </a:gs>
                  <a:gs pos="100000">
                    <a:schemeClr val="accent6">
                      <a:lumMod val="85000"/>
                    </a:schemeClr>
                  </a:gs>
                </a:gsLst>
                <a:lin ang="5400000" scaled="1"/>
              </a:gra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115185" y="2549525"/>
            <a:ext cx="4229100" cy="3003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sz="680">
                <a:solidFill>
                  <a:srgbClr val="5F5F5F"/>
                </a:solidFill>
                <a:latin typeface="Arial" panose="020B0604020202020204"/>
                <a:sym typeface="+mn-ea"/>
              </a:rPr>
              <a:t>X = 74 atom feats + 1 virtual-node bit</a:t>
            </a:r>
            <a:endParaRPr sz="680" b="0">
              <a:solidFill>
                <a:srgbClr val="5F5F5F"/>
              </a:solidFill>
              <a:latin typeface="Arial" panose="020B0604020202020204"/>
            </a:endParaRPr>
          </a:p>
          <a:p>
            <a:pPr algn="ctr"/>
            <a:r>
              <a:rPr sz="680">
                <a:solidFill>
                  <a:srgbClr val="5F5F5F"/>
                </a:solidFill>
                <a:latin typeface="Arial" panose="020B0604020202020204"/>
                <a:sym typeface="+mn-ea"/>
              </a:rPr>
              <a:t>E = bond type · conjugation · ring · stereo      A = self-loops on diagonal</a:t>
            </a:r>
            <a:endParaRPr lang="zh-CN" altLang="en-US" sz="680">
              <a:solidFill>
                <a:srgbClr val="5F5F5F"/>
              </a:solidFill>
              <a:latin typeface="Arial" panose="020B0604020202020204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713</Words>
  <Application>WPS 演示</Application>
  <PresentationFormat>On-screen Show (4:3)</PresentationFormat>
  <Paragraphs>68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5" baseType="lpstr">
      <vt:lpstr>Arial</vt:lpstr>
      <vt:lpstr>宋体</vt:lpstr>
      <vt:lpstr>Wingdings</vt:lpstr>
      <vt:lpstr>Arial</vt:lpstr>
      <vt:lpstr>Times New Roman Regular</vt:lpstr>
      <vt:lpstr>Times New Roman</vt:lpstr>
      <vt:lpstr>Times New Roman Bold</vt:lpstr>
      <vt:lpstr>Consolas</vt:lpstr>
      <vt:lpstr>Calibri</vt:lpstr>
      <vt:lpstr>微软雅黑</vt:lpstr>
      <vt:lpstr>Arial Unicode MS</vt:lpstr>
      <vt:lpstr>Consolas</vt:lpstr>
      <vt:lpstr>Office Theme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PilgrLC</cp:lastModifiedBy>
  <cp:revision>7</cp:revision>
  <dcterms:created xsi:type="dcterms:W3CDTF">2026-06-16T12:19:00Z</dcterms:created>
  <dcterms:modified xsi:type="dcterms:W3CDTF">2026-06-19T06:08:10Z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6AA280020E604A306B30316A3CB67E5F_42</vt:lpwstr>
  </property>
</Properties>
</file>